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2050FD58.xml" ContentType="application/vnd.ms-powerpoint.comments+xml"/>
  <Override PartName="/ppt/comments/modernComment_10D_D3317F93.xml" ContentType="application/vnd.ms-powerpoint.comments+xml"/>
  <Override PartName="/ppt/comments/modernComment_101_517D27A3.xml" ContentType="application/vnd.ms-powerpoint.comments+xml"/>
  <Override PartName="/ppt/comments/modernComment_10E_75F7A8DA.xml" ContentType="application/vnd.ms-powerpoint.comments+xml"/>
  <Override PartName="/ppt/comments/modernComment_10F_4268254F.xml" ContentType="application/vnd.ms-powerpoint.comments+xml"/>
  <Override PartName="/ppt/comments/modernComment_108_3A96A7BE.xml" ContentType="application/vnd.ms-powerpoint.comments+xml"/>
  <Override PartName="/ppt/comments/modernComment_110_56979493.xml" ContentType="application/vnd.ms-powerpoint.comments+xml"/>
  <Override PartName="/ppt/comments/modernComment_10B_3A49E80A.xml" ContentType="application/vnd.ms-powerpoint.comments+xml"/>
  <Override PartName="/ppt/comments/modernComment_104_45239BC5.xml" ContentType="application/vnd.ms-powerpoint.comments+xml"/>
  <Override PartName="/ppt/comments/modernComment_10A_1B5671D8.xml" ContentType="application/vnd.ms-powerpoint.comments+xml"/>
  <Override PartName="/ppt/comments/modernComment_105_ECC635EB.xml" ContentType="application/vnd.ms-powerpoint.comments+xml"/>
  <Override PartName="/ppt/comments/modernComment_109_916E76C6.xml" ContentType="application/vnd.ms-powerpoint.comments+xml"/>
  <Override PartName="/ppt/comments/modernComment_106_FCC0171D.xml" ContentType="application/vnd.ms-powerpoint.comments+xml"/>
  <Override PartName="/ppt/comments/modernComment_115_BF187EFC.xml" ContentType="application/vnd.ms-powerpoint.comments+xml"/>
  <Override PartName="/ppt/comments/modernComment_107_EED6DEA4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C_BF8FF7CB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11_AAA17F9A.xml" ContentType="application/vnd.ms-powerpoint.comments+xml"/>
  <Override PartName="/ppt/comments/modernComment_112_76981FBE.xml" ContentType="application/vnd.ms-powerpoint.comments+xml"/>
  <Override PartName="/ppt/comments/modernComment_113_BDEEE0B5.xml" ContentType="application/vnd.ms-powerpoint.comment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17_3D5BB762.xml" ContentType="application/vnd.ms-powerpoint.comments+xml"/>
  <Override PartName="/ppt/comments/modernComment_116_8C07BAE3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4"/>
  </p:sldMasterIdLst>
  <p:notesMasterIdLst>
    <p:notesMasterId r:id="rId27"/>
  </p:notesMasterIdLst>
  <p:sldIdLst>
    <p:sldId id="256" r:id="rId5"/>
    <p:sldId id="269" r:id="rId6"/>
    <p:sldId id="257" r:id="rId7"/>
    <p:sldId id="270" r:id="rId8"/>
    <p:sldId id="271" r:id="rId9"/>
    <p:sldId id="264" r:id="rId10"/>
    <p:sldId id="272" r:id="rId11"/>
    <p:sldId id="267" r:id="rId12"/>
    <p:sldId id="260" r:id="rId13"/>
    <p:sldId id="266" r:id="rId14"/>
    <p:sldId id="261" r:id="rId15"/>
    <p:sldId id="265" r:id="rId16"/>
    <p:sldId id="262" r:id="rId17"/>
    <p:sldId id="277" r:id="rId18"/>
    <p:sldId id="263" r:id="rId19"/>
    <p:sldId id="268" r:id="rId20"/>
    <p:sldId id="273" r:id="rId21"/>
    <p:sldId id="274" r:id="rId22"/>
    <p:sldId id="275" r:id="rId23"/>
    <p:sldId id="279" r:id="rId24"/>
    <p:sldId id="278" r:id="rId25"/>
    <p:sldId id="280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5AB41F-35AD-4223-4DA3-484BF65DD518}" name="Guest User" initials="GU" userId="S::urn:spo:tenantanon#e932d96a-c5aa-4f37-a68f-3722071530aa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7B2BB-277D-F2C3-AEB5-6A061B5FE5D3}" v="10" dt="2025-11-18T13:24:21.865"/>
    <p1510:client id="{99C94A3E-D20F-4292-9165-F80CE0096F03}" v="1419" dt="2025-11-19T09:22:40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omments/modernComment_10A_1B5671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F63671-EAA6-479E-9774-D592BC484873}" authorId="{895AB41F-35AD-4223-4DA3-484BF65DD518}" created="2025-11-17T11:41:29.410">
    <pc:sldMkLst xmlns:pc="http://schemas.microsoft.com/office/powerpoint/2013/main/command">
      <pc:docMk/>
      <pc:sldMk cId="458650072" sldId="266"/>
    </pc:sldMkLst>
    <p188:txBody>
      <a:bodyPr/>
      <a:lstStyle/>
      <a:p>
        <a:r>
          <a:rPr lang="en-US"/>
          <a:t>Amon</a:t>
        </a:r>
      </a:p>
    </p188:txBody>
  </p188:cm>
</p188:cmLst>
</file>

<file path=ppt/comments/modernComment_10B_3A49E80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FFC125-61D5-44C7-A502-8B33E0035506}" authorId="{895AB41F-35AD-4223-4DA3-484BF65DD518}" created="2025-11-17T11:40:40.127">
    <pc:sldMkLst xmlns:pc="http://schemas.microsoft.com/office/powerpoint/2013/main/command">
      <pc:docMk/>
      <pc:sldMk cId="977922058" sldId="267"/>
    </pc:sldMkLst>
    <p188:txBody>
      <a:bodyPr/>
      <a:lstStyle/>
      <a:p>
        <a:r>
          <a:rPr lang="en-US"/>
          <a:t>László </a:t>
        </a:r>
      </a:p>
    </p188:txBody>
  </p188:cm>
</p188:cmLst>
</file>

<file path=ppt/comments/modernComment_10C_BF8FF7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CD72E2-BC8C-4B28-8CE2-97B3A6B3FC8A}" authorId="{895AB41F-35AD-4223-4DA3-484BF65DD518}" created="2025-11-17T11:42:26.240">
    <pc:sldMkLst xmlns:pc="http://schemas.microsoft.com/office/powerpoint/2013/main/command">
      <pc:docMk/>
      <pc:sldMk cId="3213883339" sldId="268"/>
    </pc:sldMkLst>
    <p188:txBody>
      <a:bodyPr/>
      <a:lstStyle/>
      <a:p>
        <a:r>
          <a:rPr lang="en-US"/>
          <a:t>Laszlo</a:t>
        </a:r>
      </a:p>
    </p188:txBody>
  </p188:cm>
</p188:cmLst>
</file>

<file path=ppt/comments/modernComment_10D_D3317F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4ADB36-23C7-4319-AB02-B5E432D48286}" authorId="{895AB41F-35AD-4223-4DA3-484BF65DD518}" created="2025-11-17T11:44:53.713">
    <pc:sldMkLst xmlns:pc="http://schemas.microsoft.com/office/powerpoint/2013/main/command">
      <pc:docMk/>
      <pc:sldMk cId="3543236499" sldId="269"/>
    </pc:sldMkLst>
    <p188:txBody>
      <a:bodyPr/>
      <a:lstStyle/>
      <a:p>
        <a:r>
          <a:rPr lang="en-US"/>
          <a:t>Mattis</a:t>
        </a:r>
      </a:p>
    </p188:txBody>
  </p188:cm>
</p188:cmLst>
</file>

<file path=ppt/comments/modernComment_10E_75F7A8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72E34B5-2A6F-457F-99E8-EC6A8D9E091F}" authorId="{895AB41F-35AD-4223-4DA3-484BF65DD518}" created="2025-11-17T11:45:00.900">
    <pc:sldMkLst xmlns:pc="http://schemas.microsoft.com/office/powerpoint/2013/main/command">
      <pc:docMk/>
      <pc:sldMk cId="1979164890" sldId="270"/>
    </pc:sldMkLst>
    <p188:txBody>
      <a:bodyPr/>
      <a:lstStyle/>
      <a:p>
        <a:r>
          <a:rPr lang="en-US"/>
          <a:t>Mattis</a:t>
        </a:r>
      </a:p>
    </p188:txBody>
  </p188:cm>
</p188:cmLst>
</file>

<file path=ppt/comments/modernComment_10F_4268254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CD7D6B3-C520-455A-B4C3-D4CC71292840}" authorId="{895AB41F-35AD-4223-4DA3-484BF65DD518}" created="2025-11-17T11:44:38.447">
    <pc:sldMkLst xmlns:pc="http://schemas.microsoft.com/office/powerpoint/2013/main/command">
      <pc:docMk/>
      <pc:sldMk cId="1114121551" sldId="271"/>
    </pc:sldMkLst>
    <p188:txBody>
      <a:bodyPr/>
      <a:lstStyle/>
      <a:p>
        <a:r>
          <a:rPr lang="en-US"/>
          <a:t>David</a:t>
        </a:r>
      </a:p>
    </p188:txBody>
  </p188:cm>
</p188:cmLst>
</file>

<file path=ppt/comments/modernComment_100_2050FD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BA1FEF-50D0-4E17-A68E-D11710D27B97}" authorId="{895AB41F-35AD-4223-4DA3-484BF65DD518}" created="2025-11-17T11:44:49.916">
    <pc:sldMkLst xmlns:pc="http://schemas.microsoft.com/office/powerpoint/2013/main/command">
      <pc:docMk/>
      <pc:sldMk cId="542178648" sldId="256"/>
    </pc:sldMkLst>
    <p188:txBody>
      <a:bodyPr/>
      <a:lstStyle/>
      <a:p>
        <a:r>
          <a:rPr lang="en-US"/>
          <a:t>Mattis</a:t>
        </a:r>
      </a:p>
    </p188:txBody>
  </p188:cm>
</p188:cmLst>
</file>

<file path=ppt/comments/modernComment_101_517D27A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EAE5AE-E3C9-453A-9AA2-F3801E091F7C}" authorId="{895AB41F-35AD-4223-4DA3-484BF65DD518}" created="2025-11-17T11:44:57.119">
    <pc:sldMkLst xmlns:pc="http://schemas.microsoft.com/office/powerpoint/2013/main/command">
      <pc:docMk/>
      <pc:sldMk cId="1367156643" sldId="257"/>
    </pc:sldMkLst>
    <p188:txBody>
      <a:bodyPr/>
      <a:lstStyle/>
      <a:p>
        <a:r>
          <a:rPr lang="en-US"/>
          <a:t>Mattis</a:t>
        </a:r>
      </a:p>
    </p188:txBody>
  </p188:cm>
</p188:cmLst>
</file>

<file path=ppt/comments/modernComment_104_45239B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EEC9FB-775E-4B25-95E1-6A01C1F66B4E}" authorId="{895AB41F-35AD-4223-4DA3-484BF65DD518}" created="2025-11-17T11:41:24.441">
    <pc:sldMkLst xmlns:pc="http://schemas.microsoft.com/office/powerpoint/2013/main/command">
      <pc:docMk/>
      <pc:sldMk cId="1159961541" sldId="260"/>
    </pc:sldMkLst>
    <p188:txBody>
      <a:bodyPr/>
      <a:lstStyle/>
      <a:p>
        <a:r>
          <a:rPr lang="en-US"/>
          <a:t>Amon</a:t>
        </a:r>
      </a:p>
    </p188:txBody>
  </p188:cm>
</p188:cmLst>
</file>

<file path=ppt/comments/modernComment_105_ECC635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4BB473-889A-4F64-AF3C-1D59DF1DA406}" authorId="{895AB41F-35AD-4223-4DA3-484BF65DD518}" created="2025-11-14T09:13:16.0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72412907" sldId="261"/>
      <ac:spMk id="3" creationId="{EC37D9A1-AB0C-8DF2-5B66-CFE390916EA9}"/>
    </ac:deMkLst>
    <p188:txBody>
      <a:bodyPr/>
      <a:lstStyle/>
      <a:p>
        <a:r>
          <a:rPr lang="en-US"/>
          <a:t>noch sagen woher das kommt das ddie prioritäten so gesetzt wurden (also halt das das dritte aus den git issues kommt und das zeite etwas abseits unserer main aufgabe ist)</a:t>
        </a:r>
      </a:p>
    </p188:txBody>
  </p188:cm>
  <p188:cm id="{BF3076B9-01A1-498F-93DB-DCA5197AF5EE}" authorId="{895AB41F-35AD-4223-4DA3-484BF65DD518}" created="2025-11-17T11:41:32.566">
    <pc:sldMkLst xmlns:pc="http://schemas.microsoft.com/office/powerpoint/2013/main/command">
      <pc:docMk/>
      <pc:sldMk cId="3972412907" sldId="261"/>
    </pc:sldMkLst>
    <p188:txBody>
      <a:bodyPr/>
      <a:lstStyle/>
      <a:p>
        <a:r>
          <a:rPr lang="en-US"/>
          <a:t>Amon</a:t>
        </a:r>
      </a:p>
    </p188:txBody>
  </p188:cm>
</p188:cmLst>
</file>

<file path=ppt/comments/modernComment_106_FCC0171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C96FCE-23C3-4366-B1F5-86FD437FB7DA}" authorId="{895AB41F-35AD-4223-4DA3-484BF65DD518}" created="2025-11-17T11:41:54.598">
    <pc:sldMkLst xmlns:pc="http://schemas.microsoft.com/office/powerpoint/2013/main/command">
      <pc:docMk/>
      <pc:sldMk cId="4240447261" sldId="262"/>
    </pc:sldMkLst>
    <p188:txBody>
      <a:bodyPr/>
      <a:lstStyle/>
      <a:p>
        <a:r>
          <a:rPr lang="en-US"/>
          <a:t>Matti</a:t>
        </a:r>
      </a:p>
    </p188:txBody>
  </p188:cm>
</p188:cmLst>
</file>

<file path=ppt/comments/modernComment_107_EED6DE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B0F46E-9A9B-42CA-BA79-416B0803DB91}" authorId="{895AB41F-35AD-4223-4DA3-484BF65DD518}" created="2025-11-17T11:42:03.380">
    <pc:sldMkLst xmlns:pc="http://schemas.microsoft.com/office/powerpoint/2013/main/command">
      <pc:docMk/>
      <pc:sldMk cId="4007059108" sldId="263"/>
    </pc:sldMkLst>
    <p188:txBody>
      <a:bodyPr/>
      <a:lstStyle/>
      <a:p>
        <a:r>
          <a:rPr lang="en-US"/>
          <a:t>Matti</a:t>
        </a:r>
      </a:p>
    </p188:txBody>
  </p188:cm>
</p188:cmLst>
</file>

<file path=ppt/comments/modernComment_108_3A96A7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2F309A-C82D-4898-851C-4C79EE5771C3}" authorId="{895AB41F-35AD-4223-4DA3-484BF65DD518}" created="2025-11-17T11:40:06.110">
    <pc:sldMkLst xmlns:pc="http://schemas.microsoft.com/office/powerpoint/2013/main/command">
      <pc:docMk/>
      <pc:sldMk cId="982951870" sldId="264"/>
    </pc:sldMkLst>
    <p188:txBody>
      <a:bodyPr/>
      <a:lstStyle/>
      <a:p>
        <a:r>
          <a:rPr lang="en-US"/>
          <a:t>Manu</a:t>
        </a:r>
      </a:p>
    </p188:txBody>
  </p188:cm>
</p188:cmLst>
</file>

<file path=ppt/comments/modernComment_109_916E76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7A097E6-0888-4AD4-AD76-81960CF8CCF4}" authorId="{895AB41F-35AD-4223-4DA3-484BF65DD518}" created="2025-11-17T11:41:35.801">
    <pc:sldMkLst xmlns:pc="http://schemas.microsoft.com/office/powerpoint/2013/main/command">
      <pc:docMk/>
      <pc:sldMk cId="2439935686" sldId="265"/>
    </pc:sldMkLst>
    <p188:txBody>
      <a:bodyPr/>
      <a:lstStyle/>
      <a:p>
        <a:r>
          <a:rPr lang="en-US"/>
          <a:t>Amon</a:t>
        </a:r>
      </a:p>
    </p188:txBody>
  </p188:cm>
</p188:cmLst>
</file>

<file path=ppt/comments/modernComment_110_569794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247491-0985-4D78-9C7C-5A6E3F9E039C}" authorId="{895AB41F-35AD-4223-4DA3-484BF65DD518}" created="2025-11-17T11:40:13.548">
    <pc:sldMkLst xmlns:pc="http://schemas.microsoft.com/office/powerpoint/2013/main/command">
      <pc:docMk/>
      <pc:sldMk cId="1452774547" sldId="272"/>
    </pc:sldMkLst>
    <p188:txBody>
      <a:bodyPr/>
      <a:lstStyle/>
      <a:p>
        <a:r>
          <a:rPr lang="en-US"/>
          <a:t>Manu</a:t>
        </a:r>
      </a:p>
    </p188:txBody>
  </p188:cm>
</p188:cmLst>
</file>

<file path=ppt/comments/modernComment_111_AAA17F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E254C4-2630-4B7B-941F-E231D70D62EE}" authorId="{895AB41F-35AD-4223-4DA3-484BF65DD518}" created="2025-11-17T11:42:39.928">
    <pc:sldMkLst xmlns:pc="http://schemas.microsoft.com/office/powerpoint/2013/main/command">
      <pc:docMk/>
      <pc:sldMk cId="2862710682" sldId="273"/>
    </pc:sldMkLst>
    <p188:txBody>
      <a:bodyPr/>
      <a:lstStyle/>
      <a:p>
        <a:r>
          <a:rPr lang="en-US"/>
          <a:t>Jakob</a:t>
        </a:r>
      </a:p>
    </p188:txBody>
  </p188:cm>
</p188:cmLst>
</file>

<file path=ppt/comments/modernComment_112_76981F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2DA7EE-FA51-45CE-8595-1FA9A34DF283}" authorId="{895AB41F-35AD-4223-4DA3-484BF65DD518}" created="2025-11-17T11:42:43.944">
    <pc:sldMkLst xmlns:pc="http://schemas.microsoft.com/office/powerpoint/2013/main/command">
      <pc:docMk/>
      <pc:sldMk cId="1989681086" sldId="274"/>
    </pc:sldMkLst>
    <p188:txBody>
      <a:bodyPr/>
      <a:lstStyle/>
      <a:p>
        <a:r>
          <a:rPr lang="en-US"/>
          <a:t>Jakob</a:t>
        </a:r>
      </a:p>
    </p188:txBody>
  </p188:cm>
</p188:cmLst>
</file>

<file path=ppt/comments/modernComment_113_BDEEE0B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CCA96B-E0D2-41BA-BA0A-7A61A8FE07F7}" authorId="{895AB41F-35AD-4223-4DA3-484BF65DD518}" created="2025-11-17T11:42:47.647">
    <pc:sldMkLst xmlns:pc="http://schemas.microsoft.com/office/powerpoint/2013/main/command">
      <pc:docMk/>
      <pc:sldMk cId="3186548917" sldId="275"/>
    </pc:sldMkLst>
    <p188:txBody>
      <a:bodyPr/>
      <a:lstStyle/>
      <a:p>
        <a:r>
          <a:rPr lang="en-US"/>
          <a:t>Jakob</a:t>
        </a:r>
      </a:p>
    </p188:txBody>
  </p188:cm>
</p188:cmLst>
</file>

<file path=ppt/comments/modernComment_115_BF187EF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7953CF-3C53-4412-9D66-49D22E6AD61E}" authorId="{895AB41F-35AD-4223-4DA3-484BF65DD518}" created="2025-11-17T11:41:57.630">
    <pc:sldMkLst xmlns:pc="http://schemas.microsoft.com/office/powerpoint/2013/main/command">
      <pc:docMk/>
      <pc:sldMk cId="3206053628" sldId="277"/>
    </pc:sldMkLst>
    <p188:txBody>
      <a:bodyPr/>
      <a:lstStyle/>
      <a:p>
        <a:r>
          <a:rPr lang="en-US"/>
          <a:t>Matti</a:t>
        </a:r>
      </a:p>
    </p188:txBody>
  </p188:cm>
</p188:cmLst>
</file>

<file path=ppt/comments/modernComment_116_8C07BA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ADA2B2-563C-4A45-B03E-065B0B6D87A9}" authorId="{895AB41F-35AD-4223-4DA3-484BF65DD518}" created="2025-11-17T11:45:42.354">
    <pc:sldMkLst xmlns:pc="http://schemas.microsoft.com/office/powerpoint/2013/main/command">
      <pc:docMk/>
      <pc:sldMk cId="2349316835" sldId="278"/>
    </pc:sldMkLst>
    <p188:txBody>
      <a:bodyPr/>
      <a:lstStyle/>
      <a:p>
        <a:r>
          <a:rPr lang="en-US"/>
          <a:t>Mattis</a:t>
        </a:r>
      </a:p>
    </p188:txBody>
  </p188:cm>
</p188:cmLst>
</file>

<file path=ppt/comments/modernComment_117_3D5BB7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4BA7AE-CE06-4A08-85B9-5603B7260189}" authorId="{895AB41F-35AD-4223-4DA3-484BF65DD518}" created="2025-11-17T11:45:24.338">
    <pc:sldMkLst xmlns:pc="http://schemas.microsoft.com/office/powerpoint/2013/main/command">
      <pc:docMk/>
      <pc:sldMk cId="1029420898" sldId="279"/>
    </pc:sldMkLst>
    <p188:txBody>
      <a:bodyPr/>
      <a:lstStyle/>
      <a:p>
        <a:r>
          <a:rPr lang="en-US"/>
          <a:t>David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3.svg"/><Relationship Id="rId5" Type="http://schemas.openxmlformats.org/officeDocument/2006/relationships/image" Target="../media/image29.png"/><Relationship Id="rId10" Type="http://schemas.openxmlformats.org/officeDocument/2006/relationships/image" Target="../media/image57.svg"/><Relationship Id="rId4" Type="http://schemas.openxmlformats.org/officeDocument/2006/relationships/image" Target="../media/image52.svg"/><Relationship Id="rId9" Type="http://schemas.openxmlformats.org/officeDocument/2006/relationships/image" Target="../media/image5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3.svg"/><Relationship Id="rId5" Type="http://schemas.openxmlformats.org/officeDocument/2006/relationships/image" Target="../media/image29.png"/><Relationship Id="rId10" Type="http://schemas.openxmlformats.org/officeDocument/2006/relationships/image" Target="../media/image57.svg"/><Relationship Id="rId4" Type="http://schemas.openxmlformats.org/officeDocument/2006/relationships/image" Target="../media/image52.svg"/><Relationship Id="rId9" Type="http://schemas.openxmlformats.org/officeDocument/2006/relationships/image" Target="../media/image5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B6FC4B-39AF-4F7D-B564-624D2C2637D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E1F43D-07C5-4823-AA46-147CDDB9990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Frontend: Vue </a:t>
          </a:r>
          <a:r>
            <a:rPr lang="de-DE" b="0" dirty="0"/>
            <a:t>(</a:t>
          </a:r>
          <a:r>
            <a:rPr lang="de-DE" b="0" dirty="0" err="1"/>
            <a:t>BaSyx</a:t>
          </a:r>
          <a:r>
            <a:rPr lang="de-DE" b="0" dirty="0"/>
            <a:t> Web-UI)</a:t>
          </a:r>
          <a:endParaRPr lang="en-US" b="0" dirty="0"/>
        </a:p>
      </dgm:t>
    </dgm:pt>
    <dgm:pt modelId="{1F86A0E0-8F11-47F4-9A09-32E47AF28044}" type="parTrans" cxnId="{6845095C-F432-4241-B664-9D8BCA4C3D20}">
      <dgm:prSet/>
      <dgm:spPr/>
      <dgm:t>
        <a:bodyPr/>
        <a:lstStyle/>
        <a:p>
          <a:endParaRPr lang="en-US"/>
        </a:p>
      </dgm:t>
    </dgm:pt>
    <dgm:pt modelId="{08C06B62-8905-49AE-8D5B-C49CC30F32A8}" type="sibTrans" cxnId="{6845095C-F432-4241-B664-9D8BCA4C3D20}">
      <dgm:prSet/>
      <dgm:spPr/>
      <dgm:t>
        <a:bodyPr/>
        <a:lstStyle/>
        <a:p>
          <a:endParaRPr lang="en-US"/>
        </a:p>
      </dgm:t>
    </dgm:pt>
    <dgm:pt modelId="{C08A8F34-8B5B-4F4E-A6EF-CBFD0C6AF5F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Backend: </a:t>
          </a:r>
          <a:r>
            <a:rPr lang="de-DE" b="0"/>
            <a:t>Spring Boot / Java, REST/JSON</a:t>
          </a:r>
          <a:endParaRPr lang="en-US" b="0"/>
        </a:p>
      </dgm:t>
    </dgm:pt>
    <dgm:pt modelId="{EE6E4E1C-F691-49AB-979D-0361DC3D957E}" type="parTrans" cxnId="{BEBC4445-1B81-44F7-BF0E-FBB7759B030D}">
      <dgm:prSet/>
      <dgm:spPr/>
      <dgm:t>
        <a:bodyPr/>
        <a:lstStyle/>
        <a:p>
          <a:endParaRPr lang="en-US"/>
        </a:p>
      </dgm:t>
    </dgm:pt>
    <dgm:pt modelId="{EBEE39F0-C69E-4921-A07F-C3A4DE86EED5}" type="sibTrans" cxnId="{BEBC4445-1B81-44F7-BF0E-FBB7759B030D}">
      <dgm:prSet/>
      <dgm:spPr/>
      <dgm:t>
        <a:bodyPr/>
        <a:lstStyle/>
        <a:p>
          <a:endParaRPr lang="en-US"/>
        </a:p>
      </dgm:t>
    </dgm:pt>
    <dgm:pt modelId="{63B135F5-47F0-471F-A245-6971CB4C8E28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OS: Windows/Linux; Browser: Chrome/Firefox/Edge</a:t>
          </a:r>
          <a:endParaRPr lang="en-US" dirty="0"/>
        </a:p>
      </dgm:t>
    </dgm:pt>
    <dgm:pt modelId="{80525C91-697C-4B0E-93D1-61B1B70893C0}" type="parTrans" cxnId="{A46CB4E0-8DFC-444D-9923-D5190AE394CB}">
      <dgm:prSet/>
      <dgm:spPr/>
      <dgm:t>
        <a:bodyPr/>
        <a:lstStyle/>
        <a:p>
          <a:endParaRPr lang="en-US"/>
        </a:p>
      </dgm:t>
    </dgm:pt>
    <dgm:pt modelId="{BDA0E1DF-1E91-4D45-BB0F-52DED95B7E39}" type="sibTrans" cxnId="{A46CB4E0-8DFC-444D-9923-D5190AE394CB}">
      <dgm:prSet/>
      <dgm:spPr/>
      <dgm:t>
        <a:bodyPr/>
        <a:lstStyle/>
        <a:p>
          <a:endParaRPr lang="en-US"/>
        </a:p>
      </dgm:t>
    </dgm:pt>
    <dgm:pt modelId="{2E1853EB-FF0D-4D54-AD41-03AC55119BB9}" type="pres">
      <dgm:prSet presAssocID="{7FB6FC4B-39AF-4F7D-B564-624D2C2637D6}" presName="root" presStyleCnt="0">
        <dgm:presLayoutVars>
          <dgm:dir/>
          <dgm:resizeHandles val="exact"/>
        </dgm:presLayoutVars>
      </dgm:prSet>
      <dgm:spPr/>
    </dgm:pt>
    <dgm:pt modelId="{60175B70-1246-4223-AFBD-5C22032B4AFC}" type="pres">
      <dgm:prSet presAssocID="{8EE1F43D-07C5-4823-AA46-147CDDB99900}" presName="compNode" presStyleCnt="0"/>
      <dgm:spPr/>
    </dgm:pt>
    <dgm:pt modelId="{3F2BB12A-B742-4AC8-B1EA-6415EE27D31D}" type="pres">
      <dgm:prSet presAssocID="{8EE1F43D-07C5-4823-AA46-147CDDB99900}" presName="bgRect" presStyleLbl="bgShp" presStyleIdx="0" presStyleCnt="3"/>
      <dgm:spPr/>
    </dgm:pt>
    <dgm:pt modelId="{E5D5F479-87CA-4879-BCEB-32604F8602EA}" type="pres">
      <dgm:prSet presAssocID="{8EE1F43D-07C5-4823-AA46-147CDDB999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66ADF85-7B84-4E25-9F67-C54BCA2DD499}" type="pres">
      <dgm:prSet presAssocID="{8EE1F43D-07C5-4823-AA46-147CDDB99900}" presName="spaceRect" presStyleCnt="0"/>
      <dgm:spPr/>
    </dgm:pt>
    <dgm:pt modelId="{8426C712-4483-45B7-BA72-057581F414D5}" type="pres">
      <dgm:prSet presAssocID="{8EE1F43D-07C5-4823-AA46-147CDDB99900}" presName="parTx" presStyleLbl="revTx" presStyleIdx="0" presStyleCnt="3">
        <dgm:presLayoutVars>
          <dgm:chMax val="0"/>
          <dgm:chPref val="0"/>
        </dgm:presLayoutVars>
      </dgm:prSet>
      <dgm:spPr/>
    </dgm:pt>
    <dgm:pt modelId="{C9340CF4-728F-4D50-8EF3-CF15D15D91C2}" type="pres">
      <dgm:prSet presAssocID="{08C06B62-8905-49AE-8D5B-C49CC30F32A8}" presName="sibTrans" presStyleCnt="0"/>
      <dgm:spPr/>
    </dgm:pt>
    <dgm:pt modelId="{2438A368-1183-40D8-930E-DF2F77D25AAF}" type="pres">
      <dgm:prSet presAssocID="{C08A8F34-8B5B-4F4E-A6EF-CBFD0C6AF5FA}" presName="compNode" presStyleCnt="0"/>
      <dgm:spPr/>
    </dgm:pt>
    <dgm:pt modelId="{8505D7A4-E418-4287-ADD1-39E4E6ED0D68}" type="pres">
      <dgm:prSet presAssocID="{C08A8F34-8B5B-4F4E-A6EF-CBFD0C6AF5FA}" presName="bgRect" presStyleLbl="bgShp" presStyleIdx="1" presStyleCnt="3"/>
      <dgm:spPr/>
    </dgm:pt>
    <dgm:pt modelId="{774C27FD-50D7-4E64-B327-885FBD93B755}" type="pres">
      <dgm:prSet presAssocID="{C08A8F34-8B5B-4F4E-A6EF-CBFD0C6AF5F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DDCA599-E914-4FAA-BA7D-D213C13CCFBB}" type="pres">
      <dgm:prSet presAssocID="{C08A8F34-8B5B-4F4E-A6EF-CBFD0C6AF5FA}" presName="spaceRect" presStyleCnt="0"/>
      <dgm:spPr/>
    </dgm:pt>
    <dgm:pt modelId="{6C302A9B-A9D2-40F4-9502-C4374058C655}" type="pres">
      <dgm:prSet presAssocID="{C08A8F34-8B5B-4F4E-A6EF-CBFD0C6AF5FA}" presName="parTx" presStyleLbl="revTx" presStyleIdx="1" presStyleCnt="3">
        <dgm:presLayoutVars>
          <dgm:chMax val="0"/>
          <dgm:chPref val="0"/>
        </dgm:presLayoutVars>
      </dgm:prSet>
      <dgm:spPr/>
    </dgm:pt>
    <dgm:pt modelId="{54B95A3D-9E0B-4F3E-BFE9-BD9B932BE768}" type="pres">
      <dgm:prSet presAssocID="{EBEE39F0-C69E-4921-A07F-C3A4DE86EED5}" presName="sibTrans" presStyleCnt="0"/>
      <dgm:spPr/>
    </dgm:pt>
    <dgm:pt modelId="{E4624BE5-C439-48C2-AEC4-560489904A2D}" type="pres">
      <dgm:prSet presAssocID="{63B135F5-47F0-471F-A245-6971CB4C8E28}" presName="compNode" presStyleCnt="0"/>
      <dgm:spPr/>
    </dgm:pt>
    <dgm:pt modelId="{10A465FF-5414-4C61-8D19-01FE3AEEECC8}" type="pres">
      <dgm:prSet presAssocID="{63B135F5-47F0-471F-A245-6971CB4C8E28}" presName="bgRect" presStyleLbl="bgShp" presStyleIdx="2" presStyleCnt="3"/>
      <dgm:spPr/>
    </dgm:pt>
    <dgm:pt modelId="{7D1353CF-5826-4C84-B549-7282B59A4B70}" type="pres">
      <dgm:prSet presAssocID="{63B135F5-47F0-471F-A245-6971CB4C8E2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B1F30ABA-B0E7-40C6-A1DF-5B757A60D045}" type="pres">
      <dgm:prSet presAssocID="{63B135F5-47F0-471F-A245-6971CB4C8E28}" presName="spaceRect" presStyleCnt="0"/>
      <dgm:spPr/>
    </dgm:pt>
    <dgm:pt modelId="{45DBA61A-1125-4234-8577-B4B868ECED09}" type="pres">
      <dgm:prSet presAssocID="{63B135F5-47F0-471F-A245-6971CB4C8E2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B50008-DA1B-4195-AD3A-1D0C0B06F613}" type="presOf" srcId="{63B135F5-47F0-471F-A245-6971CB4C8E28}" destId="{45DBA61A-1125-4234-8577-B4B868ECED09}" srcOrd="0" destOrd="0" presId="urn:microsoft.com/office/officeart/2018/2/layout/IconVerticalSolidList"/>
    <dgm:cxn modelId="{3A04FC24-0438-4D32-9959-6D9255E8D63A}" type="presOf" srcId="{C08A8F34-8B5B-4F4E-A6EF-CBFD0C6AF5FA}" destId="{6C302A9B-A9D2-40F4-9502-C4374058C655}" srcOrd="0" destOrd="0" presId="urn:microsoft.com/office/officeart/2018/2/layout/IconVerticalSolidList"/>
    <dgm:cxn modelId="{6845095C-F432-4241-B664-9D8BCA4C3D20}" srcId="{7FB6FC4B-39AF-4F7D-B564-624D2C2637D6}" destId="{8EE1F43D-07C5-4823-AA46-147CDDB99900}" srcOrd="0" destOrd="0" parTransId="{1F86A0E0-8F11-47F4-9A09-32E47AF28044}" sibTransId="{08C06B62-8905-49AE-8D5B-C49CC30F32A8}"/>
    <dgm:cxn modelId="{BEBC4445-1B81-44F7-BF0E-FBB7759B030D}" srcId="{7FB6FC4B-39AF-4F7D-B564-624D2C2637D6}" destId="{C08A8F34-8B5B-4F4E-A6EF-CBFD0C6AF5FA}" srcOrd="1" destOrd="0" parTransId="{EE6E4E1C-F691-49AB-979D-0361DC3D957E}" sibTransId="{EBEE39F0-C69E-4921-A07F-C3A4DE86EED5}"/>
    <dgm:cxn modelId="{CBE2B156-B61A-47BA-AA85-D67302E72268}" type="presOf" srcId="{8EE1F43D-07C5-4823-AA46-147CDDB99900}" destId="{8426C712-4483-45B7-BA72-057581F414D5}" srcOrd="0" destOrd="0" presId="urn:microsoft.com/office/officeart/2018/2/layout/IconVerticalSolidList"/>
    <dgm:cxn modelId="{CD33D6B2-54D8-4006-B6F4-ABD4C157CC9E}" type="presOf" srcId="{7FB6FC4B-39AF-4F7D-B564-624D2C2637D6}" destId="{2E1853EB-FF0D-4D54-AD41-03AC55119BB9}" srcOrd="0" destOrd="0" presId="urn:microsoft.com/office/officeart/2018/2/layout/IconVerticalSolidList"/>
    <dgm:cxn modelId="{A46CB4E0-8DFC-444D-9923-D5190AE394CB}" srcId="{7FB6FC4B-39AF-4F7D-B564-624D2C2637D6}" destId="{63B135F5-47F0-471F-A245-6971CB4C8E28}" srcOrd="2" destOrd="0" parTransId="{80525C91-697C-4B0E-93D1-61B1B70893C0}" sibTransId="{BDA0E1DF-1E91-4D45-BB0F-52DED95B7E39}"/>
    <dgm:cxn modelId="{94F18C29-A9FB-4FD3-A294-D4E7C5D69094}" type="presParOf" srcId="{2E1853EB-FF0D-4D54-AD41-03AC55119BB9}" destId="{60175B70-1246-4223-AFBD-5C22032B4AFC}" srcOrd="0" destOrd="0" presId="urn:microsoft.com/office/officeart/2018/2/layout/IconVerticalSolidList"/>
    <dgm:cxn modelId="{F857C3F2-DA11-4EA9-B3E0-59B8955F10B2}" type="presParOf" srcId="{60175B70-1246-4223-AFBD-5C22032B4AFC}" destId="{3F2BB12A-B742-4AC8-B1EA-6415EE27D31D}" srcOrd="0" destOrd="0" presId="urn:microsoft.com/office/officeart/2018/2/layout/IconVerticalSolidList"/>
    <dgm:cxn modelId="{514511BB-D639-4479-98AF-2C780B920FAB}" type="presParOf" srcId="{60175B70-1246-4223-AFBD-5C22032B4AFC}" destId="{E5D5F479-87CA-4879-BCEB-32604F8602EA}" srcOrd="1" destOrd="0" presId="urn:microsoft.com/office/officeart/2018/2/layout/IconVerticalSolidList"/>
    <dgm:cxn modelId="{AA3AC52E-95D1-4C39-85D1-04C6A4C09328}" type="presParOf" srcId="{60175B70-1246-4223-AFBD-5C22032B4AFC}" destId="{066ADF85-7B84-4E25-9F67-C54BCA2DD499}" srcOrd="2" destOrd="0" presId="urn:microsoft.com/office/officeart/2018/2/layout/IconVerticalSolidList"/>
    <dgm:cxn modelId="{4243C440-01A2-4FAF-AE96-6562F7E7CC40}" type="presParOf" srcId="{60175B70-1246-4223-AFBD-5C22032B4AFC}" destId="{8426C712-4483-45B7-BA72-057581F414D5}" srcOrd="3" destOrd="0" presId="urn:microsoft.com/office/officeart/2018/2/layout/IconVerticalSolidList"/>
    <dgm:cxn modelId="{D3C98F19-DE04-458E-BC8C-29E33111BD29}" type="presParOf" srcId="{2E1853EB-FF0D-4D54-AD41-03AC55119BB9}" destId="{C9340CF4-728F-4D50-8EF3-CF15D15D91C2}" srcOrd="1" destOrd="0" presId="urn:microsoft.com/office/officeart/2018/2/layout/IconVerticalSolidList"/>
    <dgm:cxn modelId="{569BA922-41F7-4B5A-9244-83C4019BCAA1}" type="presParOf" srcId="{2E1853EB-FF0D-4D54-AD41-03AC55119BB9}" destId="{2438A368-1183-40D8-930E-DF2F77D25AAF}" srcOrd="2" destOrd="0" presId="urn:microsoft.com/office/officeart/2018/2/layout/IconVerticalSolidList"/>
    <dgm:cxn modelId="{BE14DDA9-2472-4EE5-8660-CAB371ECC47D}" type="presParOf" srcId="{2438A368-1183-40D8-930E-DF2F77D25AAF}" destId="{8505D7A4-E418-4287-ADD1-39E4E6ED0D68}" srcOrd="0" destOrd="0" presId="urn:microsoft.com/office/officeart/2018/2/layout/IconVerticalSolidList"/>
    <dgm:cxn modelId="{4D87760E-130A-414C-B723-7878D9A91A80}" type="presParOf" srcId="{2438A368-1183-40D8-930E-DF2F77D25AAF}" destId="{774C27FD-50D7-4E64-B327-885FBD93B755}" srcOrd="1" destOrd="0" presId="urn:microsoft.com/office/officeart/2018/2/layout/IconVerticalSolidList"/>
    <dgm:cxn modelId="{07EE5903-17B7-482E-98D6-3595A25BC094}" type="presParOf" srcId="{2438A368-1183-40D8-930E-DF2F77D25AAF}" destId="{5DDCA599-E914-4FAA-BA7D-D213C13CCFBB}" srcOrd="2" destOrd="0" presId="urn:microsoft.com/office/officeart/2018/2/layout/IconVerticalSolidList"/>
    <dgm:cxn modelId="{F37598D8-19D9-4AEE-AF59-F39649F3B8BD}" type="presParOf" srcId="{2438A368-1183-40D8-930E-DF2F77D25AAF}" destId="{6C302A9B-A9D2-40F4-9502-C4374058C655}" srcOrd="3" destOrd="0" presId="urn:microsoft.com/office/officeart/2018/2/layout/IconVerticalSolidList"/>
    <dgm:cxn modelId="{6A31A355-0563-478B-9A51-A04E724C50F3}" type="presParOf" srcId="{2E1853EB-FF0D-4D54-AD41-03AC55119BB9}" destId="{54B95A3D-9E0B-4F3E-BFE9-BD9B932BE768}" srcOrd="3" destOrd="0" presId="urn:microsoft.com/office/officeart/2018/2/layout/IconVerticalSolidList"/>
    <dgm:cxn modelId="{467DDC74-1F58-4E35-B40D-FCE8373B9399}" type="presParOf" srcId="{2E1853EB-FF0D-4D54-AD41-03AC55119BB9}" destId="{E4624BE5-C439-48C2-AEC4-560489904A2D}" srcOrd="4" destOrd="0" presId="urn:microsoft.com/office/officeart/2018/2/layout/IconVerticalSolidList"/>
    <dgm:cxn modelId="{003F8742-9C22-4FA5-A4E6-A66F3D0DCDD4}" type="presParOf" srcId="{E4624BE5-C439-48C2-AEC4-560489904A2D}" destId="{10A465FF-5414-4C61-8D19-01FE3AEEECC8}" srcOrd="0" destOrd="0" presId="urn:microsoft.com/office/officeart/2018/2/layout/IconVerticalSolidList"/>
    <dgm:cxn modelId="{21635A64-EAC9-4EF9-A253-9659283FA0D6}" type="presParOf" srcId="{E4624BE5-C439-48C2-AEC4-560489904A2D}" destId="{7D1353CF-5826-4C84-B549-7282B59A4B70}" srcOrd="1" destOrd="0" presId="urn:microsoft.com/office/officeart/2018/2/layout/IconVerticalSolidList"/>
    <dgm:cxn modelId="{A939FDED-84AE-4131-B808-8580062BE127}" type="presParOf" srcId="{E4624BE5-C439-48C2-AEC4-560489904A2D}" destId="{B1F30ABA-B0E7-40C6-A1DF-5B757A60D045}" srcOrd="2" destOrd="0" presId="urn:microsoft.com/office/officeart/2018/2/layout/IconVerticalSolidList"/>
    <dgm:cxn modelId="{22AA2842-6E7A-4413-BA4D-BD859114553D}" type="presParOf" srcId="{E4624BE5-C439-48C2-AEC4-560489904A2D}" destId="{45DBA61A-1125-4234-8577-B4B868ECED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93931B-AAF3-480A-9AB0-5344D9A53B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41C836EA-4E96-4879-95E4-08EDDDF41E4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2000" i="0" baseline="0" dirty="0"/>
            <a:t>Kompatibel mit </a:t>
          </a:r>
          <a:r>
            <a:rPr lang="de-DE" sz="2000" i="0" baseline="0" dirty="0" err="1"/>
            <a:t>BaSyx</a:t>
          </a:r>
          <a:r>
            <a:rPr lang="de-DE" sz="2000" i="0" baseline="0" dirty="0"/>
            <a:t>-Technologien (Java, Spring Boot, Vue) → geringerer Integrationsaufwand</a:t>
          </a:r>
          <a:r>
            <a:rPr lang="de-DE" sz="1700" i="0" baseline="0" dirty="0"/>
            <a:t>.</a:t>
          </a:r>
          <a:endParaRPr lang="en-US" sz="1700" dirty="0"/>
        </a:p>
      </dgm:t>
    </dgm:pt>
    <dgm:pt modelId="{6B6D680E-A3CF-476C-B77E-D2876D4215BB}" type="parTrans" cxnId="{F5960335-0D10-4435-9E93-0F14C6A7365B}">
      <dgm:prSet/>
      <dgm:spPr/>
      <dgm:t>
        <a:bodyPr/>
        <a:lstStyle/>
        <a:p>
          <a:endParaRPr lang="en-US"/>
        </a:p>
      </dgm:t>
    </dgm:pt>
    <dgm:pt modelId="{88CF3DB8-D8B3-4877-9FBC-37E5F4718C87}" type="sibTrans" cxnId="{F5960335-0D10-4435-9E93-0F14C6A7365B}">
      <dgm:prSet/>
      <dgm:spPr/>
      <dgm:t>
        <a:bodyPr/>
        <a:lstStyle/>
        <a:p>
          <a:endParaRPr lang="en-US"/>
        </a:p>
      </dgm:t>
    </dgm:pt>
    <dgm:pt modelId="{80F5E2F9-D115-4EF9-BC96-D9CF24E101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2000" i="0" baseline="0"/>
            <a:t>Höhere Produktivität &amp; weniger Fehler durch IDE-Funktionen.</a:t>
          </a:r>
          <a:endParaRPr lang="en-US" sz="2000"/>
        </a:p>
      </dgm:t>
    </dgm:pt>
    <dgm:pt modelId="{1209928F-FE04-46A4-9C1C-269BDF8C4357}" type="parTrans" cxnId="{086B61EB-1BD3-4CE8-8307-4FF5509E3B86}">
      <dgm:prSet/>
      <dgm:spPr/>
      <dgm:t>
        <a:bodyPr/>
        <a:lstStyle/>
        <a:p>
          <a:endParaRPr lang="en-US"/>
        </a:p>
      </dgm:t>
    </dgm:pt>
    <dgm:pt modelId="{E369342A-E42D-4457-A7C0-DA7BE3DD13B0}" type="sibTrans" cxnId="{086B61EB-1BD3-4CE8-8307-4FF5509E3B86}">
      <dgm:prSet/>
      <dgm:spPr/>
      <dgm:t>
        <a:bodyPr/>
        <a:lstStyle/>
        <a:p>
          <a:endParaRPr lang="en-US"/>
        </a:p>
      </dgm:t>
    </dgm:pt>
    <dgm:pt modelId="{E2E82D9E-2227-449B-98F0-F285B7BAAF3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2000" i="0" baseline="0"/>
            <a:t>Einheitliches Setup im Team → einfachere Zusammenarbeit &amp; schnellere Fehlersuche.</a:t>
          </a:r>
          <a:endParaRPr lang="en-US" sz="2000"/>
        </a:p>
      </dgm:t>
    </dgm:pt>
    <dgm:pt modelId="{ACC7E888-D921-4A47-ACCE-F8B3B97C9C3F}" type="parTrans" cxnId="{FC4B695F-F089-48A6-B039-88844F7F0CD9}">
      <dgm:prSet/>
      <dgm:spPr/>
      <dgm:t>
        <a:bodyPr/>
        <a:lstStyle/>
        <a:p>
          <a:endParaRPr lang="en-US"/>
        </a:p>
      </dgm:t>
    </dgm:pt>
    <dgm:pt modelId="{B60A6626-A44A-4A82-9D2E-311EAE71EF6A}" type="sibTrans" cxnId="{FC4B695F-F089-48A6-B039-88844F7F0CD9}">
      <dgm:prSet/>
      <dgm:spPr/>
      <dgm:t>
        <a:bodyPr/>
        <a:lstStyle/>
        <a:p>
          <a:endParaRPr lang="en-US"/>
        </a:p>
      </dgm:t>
    </dgm:pt>
    <dgm:pt modelId="{76E1E952-2D16-4567-9220-6FDC7E9638A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2000" i="0" baseline="0"/>
            <a:t>Unterstützt SE-Standards wie </a:t>
          </a:r>
          <a:r>
            <a:rPr lang="de-DE" sz="2000" i="0" baseline="0" err="1"/>
            <a:t>Testing</a:t>
          </a:r>
          <a:r>
            <a:rPr lang="de-DE" sz="2000" i="0" baseline="0"/>
            <a:t>, Versionierung und CI/CD</a:t>
          </a:r>
          <a:r>
            <a:rPr lang="de-DE" sz="1700" i="0" baseline="0"/>
            <a:t>.</a:t>
          </a:r>
          <a:endParaRPr lang="en-US" sz="1700"/>
        </a:p>
      </dgm:t>
    </dgm:pt>
    <dgm:pt modelId="{7A9606C3-917E-4358-87E0-75B01F5761FA}" type="parTrans" cxnId="{91F5A5A5-D1EF-4CBC-A5D2-3D32BCACF92C}">
      <dgm:prSet/>
      <dgm:spPr/>
      <dgm:t>
        <a:bodyPr/>
        <a:lstStyle/>
        <a:p>
          <a:endParaRPr lang="en-US"/>
        </a:p>
      </dgm:t>
    </dgm:pt>
    <dgm:pt modelId="{42AF3784-01C5-41C3-A493-EF50F9CD90D9}" type="sibTrans" cxnId="{91F5A5A5-D1EF-4CBC-A5D2-3D32BCACF92C}">
      <dgm:prSet/>
      <dgm:spPr/>
      <dgm:t>
        <a:bodyPr/>
        <a:lstStyle/>
        <a:p>
          <a:endParaRPr lang="en-US"/>
        </a:p>
      </dgm:t>
    </dgm:pt>
    <dgm:pt modelId="{6EFDA963-C9A4-41D1-9697-4A2953FB1D9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2000" i="0" baseline="0"/>
            <a:t>Geringeres technisches Risiko dank stabiler Tools und großer Community</a:t>
          </a:r>
          <a:r>
            <a:rPr lang="de-DE" sz="1700" i="0" baseline="0"/>
            <a:t>.</a:t>
          </a:r>
          <a:endParaRPr lang="en-US" sz="1700"/>
        </a:p>
      </dgm:t>
    </dgm:pt>
    <dgm:pt modelId="{05595E35-386C-4626-9649-E7D96DDDFDDA}" type="parTrans" cxnId="{D6828560-7E89-4119-9309-D62312D96B39}">
      <dgm:prSet/>
      <dgm:spPr/>
      <dgm:t>
        <a:bodyPr/>
        <a:lstStyle/>
        <a:p>
          <a:endParaRPr lang="en-US"/>
        </a:p>
      </dgm:t>
    </dgm:pt>
    <dgm:pt modelId="{C83BAD55-974B-44D9-9845-7554F989B18C}" type="sibTrans" cxnId="{D6828560-7E89-4119-9309-D62312D96B39}">
      <dgm:prSet/>
      <dgm:spPr/>
      <dgm:t>
        <a:bodyPr/>
        <a:lstStyle/>
        <a:p>
          <a:endParaRPr lang="en-US"/>
        </a:p>
      </dgm:t>
    </dgm:pt>
    <dgm:pt modelId="{70EF463D-2D71-4075-8CEE-2D7750CDBD08}" type="pres">
      <dgm:prSet presAssocID="{5593931B-AAF3-480A-9AB0-5344D9A53B28}" presName="root" presStyleCnt="0">
        <dgm:presLayoutVars>
          <dgm:dir/>
          <dgm:resizeHandles val="exact"/>
        </dgm:presLayoutVars>
      </dgm:prSet>
      <dgm:spPr/>
    </dgm:pt>
    <dgm:pt modelId="{0E41E1A7-DE9D-49E6-AC67-FA9585E00581}" type="pres">
      <dgm:prSet presAssocID="{41C836EA-4E96-4879-95E4-08EDDDF41E40}" presName="compNode" presStyleCnt="0"/>
      <dgm:spPr/>
    </dgm:pt>
    <dgm:pt modelId="{32CE2800-79BF-418F-BE57-AE10EBE2E870}" type="pres">
      <dgm:prSet presAssocID="{41C836EA-4E96-4879-95E4-08EDDDF41E40}" presName="bgRect" presStyleLbl="bgShp" presStyleIdx="0" presStyleCnt="5"/>
      <dgm:spPr/>
    </dgm:pt>
    <dgm:pt modelId="{11198286-286F-4208-B7C1-8DC4959061A5}" type="pres">
      <dgm:prSet presAssocID="{41C836EA-4E96-4879-95E4-08EDDDF41E4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ierer"/>
        </a:ext>
      </dgm:extLst>
    </dgm:pt>
    <dgm:pt modelId="{FBF3A32A-A352-453A-855D-E3DF66B70E65}" type="pres">
      <dgm:prSet presAssocID="{41C836EA-4E96-4879-95E4-08EDDDF41E40}" presName="spaceRect" presStyleCnt="0"/>
      <dgm:spPr/>
    </dgm:pt>
    <dgm:pt modelId="{A6E31771-1BFE-47D0-9697-F50A4E63A2AB}" type="pres">
      <dgm:prSet presAssocID="{41C836EA-4E96-4879-95E4-08EDDDF41E40}" presName="parTx" presStyleLbl="revTx" presStyleIdx="0" presStyleCnt="5">
        <dgm:presLayoutVars>
          <dgm:chMax val="0"/>
          <dgm:chPref val="0"/>
        </dgm:presLayoutVars>
      </dgm:prSet>
      <dgm:spPr/>
    </dgm:pt>
    <dgm:pt modelId="{F9D35CAB-6382-4EF2-AD99-9A0B0A73138A}" type="pres">
      <dgm:prSet presAssocID="{88CF3DB8-D8B3-4877-9FBC-37E5F4718C87}" presName="sibTrans" presStyleCnt="0"/>
      <dgm:spPr/>
    </dgm:pt>
    <dgm:pt modelId="{69F451CC-CDF5-436F-9DE7-FEA578B441C4}" type="pres">
      <dgm:prSet presAssocID="{80F5E2F9-D115-4EF9-BC96-D9CF24E10144}" presName="compNode" presStyleCnt="0"/>
      <dgm:spPr/>
    </dgm:pt>
    <dgm:pt modelId="{5D4B77E6-24F1-4E7E-A97F-830A77638210}" type="pres">
      <dgm:prSet presAssocID="{80F5E2F9-D115-4EF9-BC96-D9CF24E10144}" presName="bgRect" presStyleLbl="bgShp" presStyleIdx="1" presStyleCnt="5"/>
      <dgm:spPr/>
    </dgm:pt>
    <dgm:pt modelId="{BEA5F7BB-9A6F-4DEE-8167-4E363F769D19}" type="pres">
      <dgm:prSet presAssocID="{80F5E2F9-D115-4EF9-BC96-D9CF24E1014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kt"/>
        </a:ext>
      </dgm:extLst>
    </dgm:pt>
    <dgm:pt modelId="{E47AF8AF-888B-49B2-B2F6-F96876E66C96}" type="pres">
      <dgm:prSet presAssocID="{80F5E2F9-D115-4EF9-BC96-D9CF24E10144}" presName="spaceRect" presStyleCnt="0"/>
      <dgm:spPr/>
    </dgm:pt>
    <dgm:pt modelId="{FC4E152E-2209-4968-B527-D7C7ABEBBFF4}" type="pres">
      <dgm:prSet presAssocID="{80F5E2F9-D115-4EF9-BC96-D9CF24E10144}" presName="parTx" presStyleLbl="revTx" presStyleIdx="1" presStyleCnt="5">
        <dgm:presLayoutVars>
          <dgm:chMax val="0"/>
          <dgm:chPref val="0"/>
        </dgm:presLayoutVars>
      </dgm:prSet>
      <dgm:spPr/>
    </dgm:pt>
    <dgm:pt modelId="{BF6724DF-D04F-4639-B2A5-F3AF55B979E0}" type="pres">
      <dgm:prSet presAssocID="{E369342A-E42D-4457-A7C0-DA7BE3DD13B0}" presName="sibTrans" presStyleCnt="0"/>
      <dgm:spPr/>
    </dgm:pt>
    <dgm:pt modelId="{DD771CEA-55AC-4823-90BF-2CC3A635CB65}" type="pres">
      <dgm:prSet presAssocID="{E2E82D9E-2227-449B-98F0-F285B7BAAF30}" presName="compNode" presStyleCnt="0"/>
      <dgm:spPr/>
    </dgm:pt>
    <dgm:pt modelId="{6CC1A37D-F689-4F7B-9055-82FC0FEEFE53}" type="pres">
      <dgm:prSet presAssocID="{E2E82D9E-2227-449B-98F0-F285B7BAAF30}" presName="bgRect" presStyleLbl="bgShp" presStyleIdx="2" presStyleCnt="5"/>
      <dgm:spPr/>
    </dgm:pt>
    <dgm:pt modelId="{47924BE9-F884-4747-9677-C0EA728154EB}" type="pres">
      <dgm:prSet presAssocID="{E2E82D9E-2227-449B-98F0-F285B7BAAF3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54E6B839-B3FE-445A-B0DB-86013CFBB543}" type="pres">
      <dgm:prSet presAssocID="{E2E82D9E-2227-449B-98F0-F285B7BAAF30}" presName="spaceRect" presStyleCnt="0"/>
      <dgm:spPr/>
    </dgm:pt>
    <dgm:pt modelId="{8FB01EF5-06AC-4598-AF49-E562607D3A58}" type="pres">
      <dgm:prSet presAssocID="{E2E82D9E-2227-449B-98F0-F285B7BAAF30}" presName="parTx" presStyleLbl="revTx" presStyleIdx="2" presStyleCnt="5">
        <dgm:presLayoutVars>
          <dgm:chMax val="0"/>
          <dgm:chPref val="0"/>
        </dgm:presLayoutVars>
      </dgm:prSet>
      <dgm:spPr/>
    </dgm:pt>
    <dgm:pt modelId="{E10122CA-4D75-4D19-A91C-DB7352D5FFE9}" type="pres">
      <dgm:prSet presAssocID="{B60A6626-A44A-4A82-9D2E-311EAE71EF6A}" presName="sibTrans" presStyleCnt="0"/>
      <dgm:spPr/>
    </dgm:pt>
    <dgm:pt modelId="{36C68762-4FF4-4F9B-BB5E-4ED8FD22223D}" type="pres">
      <dgm:prSet presAssocID="{76E1E952-2D16-4567-9220-6FDC7E9638AA}" presName="compNode" presStyleCnt="0"/>
      <dgm:spPr/>
    </dgm:pt>
    <dgm:pt modelId="{BA9DD19F-9531-4CCA-A67D-D432D25AA7BA}" type="pres">
      <dgm:prSet presAssocID="{76E1E952-2D16-4567-9220-6FDC7E9638AA}" presName="bgRect" presStyleLbl="bgShp" presStyleIdx="3" presStyleCnt="5"/>
      <dgm:spPr/>
    </dgm:pt>
    <dgm:pt modelId="{BDE87EB2-9198-424D-B73D-4D65D372FB52}" type="pres">
      <dgm:prSet presAssocID="{76E1E952-2D16-4567-9220-6FDC7E9638A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D46F33C1-7C5B-4030-9654-9836B5575F42}" type="pres">
      <dgm:prSet presAssocID="{76E1E952-2D16-4567-9220-6FDC7E9638AA}" presName="spaceRect" presStyleCnt="0"/>
      <dgm:spPr/>
    </dgm:pt>
    <dgm:pt modelId="{52C8B83F-6963-482A-B525-28B0B9849C77}" type="pres">
      <dgm:prSet presAssocID="{76E1E952-2D16-4567-9220-6FDC7E9638AA}" presName="parTx" presStyleLbl="revTx" presStyleIdx="3" presStyleCnt="5">
        <dgm:presLayoutVars>
          <dgm:chMax val="0"/>
          <dgm:chPref val="0"/>
        </dgm:presLayoutVars>
      </dgm:prSet>
      <dgm:spPr/>
    </dgm:pt>
    <dgm:pt modelId="{04C2D80E-0231-40A4-9E96-0EDFAE1C1F0A}" type="pres">
      <dgm:prSet presAssocID="{42AF3784-01C5-41C3-A493-EF50F9CD90D9}" presName="sibTrans" presStyleCnt="0"/>
      <dgm:spPr/>
    </dgm:pt>
    <dgm:pt modelId="{E809F3F0-A5EA-4FE7-9B4F-E3D7FF36AC22}" type="pres">
      <dgm:prSet presAssocID="{6EFDA963-C9A4-41D1-9697-4A2953FB1D9A}" presName="compNode" presStyleCnt="0"/>
      <dgm:spPr/>
    </dgm:pt>
    <dgm:pt modelId="{564169F1-C1EE-44CB-8008-1DC0DD0B8154}" type="pres">
      <dgm:prSet presAssocID="{6EFDA963-C9A4-41D1-9697-4A2953FB1D9A}" presName="bgRect" presStyleLbl="bgShp" presStyleIdx="4" presStyleCnt="5"/>
      <dgm:spPr/>
    </dgm:pt>
    <dgm:pt modelId="{E07EC4C1-E683-435C-AAAC-9ECEA46B039C}" type="pres">
      <dgm:prSet presAssocID="{6EFDA963-C9A4-41D1-9697-4A2953FB1D9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F9A917C5-789B-488D-91DD-894CD0499E65}" type="pres">
      <dgm:prSet presAssocID="{6EFDA963-C9A4-41D1-9697-4A2953FB1D9A}" presName="spaceRect" presStyleCnt="0"/>
      <dgm:spPr/>
    </dgm:pt>
    <dgm:pt modelId="{931C83D3-05F1-45E7-BBAB-E9E13E681C54}" type="pres">
      <dgm:prSet presAssocID="{6EFDA963-C9A4-41D1-9697-4A2953FB1D9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B600F05-E216-4314-B00F-E52661B61C05}" type="presOf" srcId="{76E1E952-2D16-4567-9220-6FDC7E9638AA}" destId="{52C8B83F-6963-482A-B525-28B0B9849C77}" srcOrd="0" destOrd="0" presId="urn:microsoft.com/office/officeart/2018/2/layout/IconVerticalSolidList"/>
    <dgm:cxn modelId="{0A02F819-DF7F-4035-8A03-C0FA50DE2695}" type="presOf" srcId="{E2E82D9E-2227-449B-98F0-F285B7BAAF30}" destId="{8FB01EF5-06AC-4598-AF49-E562607D3A58}" srcOrd="0" destOrd="0" presId="urn:microsoft.com/office/officeart/2018/2/layout/IconVerticalSolidList"/>
    <dgm:cxn modelId="{F5960335-0D10-4435-9E93-0F14C6A7365B}" srcId="{5593931B-AAF3-480A-9AB0-5344D9A53B28}" destId="{41C836EA-4E96-4879-95E4-08EDDDF41E40}" srcOrd="0" destOrd="0" parTransId="{6B6D680E-A3CF-476C-B77E-D2876D4215BB}" sibTransId="{88CF3DB8-D8B3-4877-9FBC-37E5F4718C87}"/>
    <dgm:cxn modelId="{56463035-E5DB-4D36-8E9F-9C1A825FDD33}" type="presOf" srcId="{5593931B-AAF3-480A-9AB0-5344D9A53B28}" destId="{70EF463D-2D71-4075-8CEE-2D7750CDBD08}" srcOrd="0" destOrd="0" presId="urn:microsoft.com/office/officeart/2018/2/layout/IconVerticalSolidList"/>
    <dgm:cxn modelId="{FC4B695F-F089-48A6-B039-88844F7F0CD9}" srcId="{5593931B-AAF3-480A-9AB0-5344D9A53B28}" destId="{E2E82D9E-2227-449B-98F0-F285B7BAAF30}" srcOrd="2" destOrd="0" parTransId="{ACC7E888-D921-4A47-ACCE-F8B3B97C9C3F}" sibTransId="{B60A6626-A44A-4A82-9D2E-311EAE71EF6A}"/>
    <dgm:cxn modelId="{D6828560-7E89-4119-9309-D62312D96B39}" srcId="{5593931B-AAF3-480A-9AB0-5344D9A53B28}" destId="{6EFDA963-C9A4-41D1-9697-4A2953FB1D9A}" srcOrd="4" destOrd="0" parTransId="{05595E35-386C-4626-9649-E7D96DDDFDDA}" sibTransId="{C83BAD55-974B-44D9-9845-7554F989B18C}"/>
    <dgm:cxn modelId="{0AFB2179-3E91-413F-97AF-EBDBA3C2EEAE}" type="presOf" srcId="{41C836EA-4E96-4879-95E4-08EDDDF41E40}" destId="{A6E31771-1BFE-47D0-9697-F50A4E63A2AB}" srcOrd="0" destOrd="0" presId="urn:microsoft.com/office/officeart/2018/2/layout/IconVerticalSolidList"/>
    <dgm:cxn modelId="{05DD1F9B-37D0-4B95-852F-80CAF5141C6F}" type="presOf" srcId="{80F5E2F9-D115-4EF9-BC96-D9CF24E10144}" destId="{FC4E152E-2209-4968-B527-D7C7ABEBBFF4}" srcOrd="0" destOrd="0" presId="urn:microsoft.com/office/officeart/2018/2/layout/IconVerticalSolidList"/>
    <dgm:cxn modelId="{91F5A5A5-D1EF-4CBC-A5D2-3D32BCACF92C}" srcId="{5593931B-AAF3-480A-9AB0-5344D9A53B28}" destId="{76E1E952-2D16-4567-9220-6FDC7E9638AA}" srcOrd="3" destOrd="0" parTransId="{7A9606C3-917E-4358-87E0-75B01F5761FA}" sibTransId="{42AF3784-01C5-41C3-A493-EF50F9CD90D9}"/>
    <dgm:cxn modelId="{73DB85AF-BF15-44C8-BFD3-4F1306C2644D}" type="presOf" srcId="{6EFDA963-C9A4-41D1-9697-4A2953FB1D9A}" destId="{931C83D3-05F1-45E7-BBAB-E9E13E681C54}" srcOrd="0" destOrd="0" presId="urn:microsoft.com/office/officeart/2018/2/layout/IconVerticalSolidList"/>
    <dgm:cxn modelId="{086B61EB-1BD3-4CE8-8307-4FF5509E3B86}" srcId="{5593931B-AAF3-480A-9AB0-5344D9A53B28}" destId="{80F5E2F9-D115-4EF9-BC96-D9CF24E10144}" srcOrd="1" destOrd="0" parTransId="{1209928F-FE04-46A4-9C1C-269BDF8C4357}" sibTransId="{E369342A-E42D-4457-A7C0-DA7BE3DD13B0}"/>
    <dgm:cxn modelId="{7A51862D-2276-466F-B2AD-8EC1A5E48B62}" type="presParOf" srcId="{70EF463D-2D71-4075-8CEE-2D7750CDBD08}" destId="{0E41E1A7-DE9D-49E6-AC67-FA9585E00581}" srcOrd="0" destOrd="0" presId="urn:microsoft.com/office/officeart/2018/2/layout/IconVerticalSolidList"/>
    <dgm:cxn modelId="{36049DCD-186E-48DB-8B7D-9D9EAD548450}" type="presParOf" srcId="{0E41E1A7-DE9D-49E6-AC67-FA9585E00581}" destId="{32CE2800-79BF-418F-BE57-AE10EBE2E870}" srcOrd="0" destOrd="0" presId="urn:microsoft.com/office/officeart/2018/2/layout/IconVerticalSolidList"/>
    <dgm:cxn modelId="{B4A371D0-C55E-43B5-8082-CECD347F6B28}" type="presParOf" srcId="{0E41E1A7-DE9D-49E6-AC67-FA9585E00581}" destId="{11198286-286F-4208-B7C1-8DC4959061A5}" srcOrd="1" destOrd="0" presId="urn:microsoft.com/office/officeart/2018/2/layout/IconVerticalSolidList"/>
    <dgm:cxn modelId="{7DDA79DD-ACFB-40E0-AFA0-6E595DB1F760}" type="presParOf" srcId="{0E41E1A7-DE9D-49E6-AC67-FA9585E00581}" destId="{FBF3A32A-A352-453A-855D-E3DF66B70E65}" srcOrd="2" destOrd="0" presId="urn:microsoft.com/office/officeart/2018/2/layout/IconVerticalSolidList"/>
    <dgm:cxn modelId="{829DDDBB-ED81-440B-BA4F-ED2A632601E5}" type="presParOf" srcId="{0E41E1A7-DE9D-49E6-AC67-FA9585E00581}" destId="{A6E31771-1BFE-47D0-9697-F50A4E63A2AB}" srcOrd="3" destOrd="0" presId="urn:microsoft.com/office/officeart/2018/2/layout/IconVerticalSolidList"/>
    <dgm:cxn modelId="{DD2D7AF3-F3A3-4BDA-9BF9-095D974BD1A0}" type="presParOf" srcId="{70EF463D-2D71-4075-8CEE-2D7750CDBD08}" destId="{F9D35CAB-6382-4EF2-AD99-9A0B0A73138A}" srcOrd="1" destOrd="0" presId="urn:microsoft.com/office/officeart/2018/2/layout/IconVerticalSolidList"/>
    <dgm:cxn modelId="{11F2F7EE-6092-4A91-B765-5176B725945D}" type="presParOf" srcId="{70EF463D-2D71-4075-8CEE-2D7750CDBD08}" destId="{69F451CC-CDF5-436F-9DE7-FEA578B441C4}" srcOrd="2" destOrd="0" presId="urn:microsoft.com/office/officeart/2018/2/layout/IconVerticalSolidList"/>
    <dgm:cxn modelId="{4D68A74A-17A4-46C5-9323-861F366273E2}" type="presParOf" srcId="{69F451CC-CDF5-436F-9DE7-FEA578B441C4}" destId="{5D4B77E6-24F1-4E7E-A97F-830A77638210}" srcOrd="0" destOrd="0" presId="urn:microsoft.com/office/officeart/2018/2/layout/IconVerticalSolidList"/>
    <dgm:cxn modelId="{2CBD022E-BC2A-4AF8-9723-4EC3DEE10EFB}" type="presParOf" srcId="{69F451CC-CDF5-436F-9DE7-FEA578B441C4}" destId="{BEA5F7BB-9A6F-4DEE-8167-4E363F769D19}" srcOrd="1" destOrd="0" presId="urn:microsoft.com/office/officeart/2018/2/layout/IconVerticalSolidList"/>
    <dgm:cxn modelId="{0C371BE7-C941-4442-A7E4-C5AB307043B7}" type="presParOf" srcId="{69F451CC-CDF5-436F-9DE7-FEA578B441C4}" destId="{E47AF8AF-888B-49B2-B2F6-F96876E66C96}" srcOrd="2" destOrd="0" presId="urn:microsoft.com/office/officeart/2018/2/layout/IconVerticalSolidList"/>
    <dgm:cxn modelId="{3E29F1D1-E217-426E-B979-6AD5C577899A}" type="presParOf" srcId="{69F451CC-CDF5-436F-9DE7-FEA578B441C4}" destId="{FC4E152E-2209-4968-B527-D7C7ABEBBFF4}" srcOrd="3" destOrd="0" presId="urn:microsoft.com/office/officeart/2018/2/layout/IconVerticalSolidList"/>
    <dgm:cxn modelId="{6F0EACA4-D6F3-4BD1-A637-61F7245B1535}" type="presParOf" srcId="{70EF463D-2D71-4075-8CEE-2D7750CDBD08}" destId="{BF6724DF-D04F-4639-B2A5-F3AF55B979E0}" srcOrd="3" destOrd="0" presId="urn:microsoft.com/office/officeart/2018/2/layout/IconVerticalSolidList"/>
    <dgm:cxn modelId="{A3E12F24-5FA9-4F6B-BD1D-0D3DF2B57FB8}" type="presParOf" srcId="{70EF463D-2D71-4075-8CEE-2D7750CDBD08}" destId="{DD771CEA-55AC-4823-90BF-2CC3A635CB65}" srcOrd="4" destOrd="0" presId="urn:microsoft.com/office/officeart/2018/2/layout/IconVerticalSolidList"/>
    <dgm:cxn modelId="{2FC569E7-7C21-4372-8236-3F74DD1F567F}" type="presParOf" srcId="{DD771CEA-55AC-4823-90BF-2CC3A635CB65}" destId="{6CC1A37D-F689-4F7B-9055-82FC0FEEFE53}" srcOrd="0" destOrd="0" presId="urn:microsoft.com/office/officeart/2018/2/layout/IconVerticalSolidList"/>
    <dgm:cxn modelId="{E728FFC4-4ABA-4A5A-B451-FC4C10531A2C}" type="presParOf" srcId="{DD771CEA-55AC-4823-90BF-2CC3A635CB65}" destId="{47924BE9-F884-4747-9677-C0EA728154EB}" srcOrd="1" destOrd="0" presId="urn:microsoft.com/office/officeart/2018/2/layout/IconVerticalSolidList"/>
    <dgm:cxn modelId="{A5C2BCE2-17F5-484A-8B78-4DFE333D1975}" type="presParOf" srcId="{DD771CEA-55AC-4823-90BF-2CC3A635CB65}" destId="{54E6B839-B3FE-445A-B0DB-86013CFBB543}" srcOrd="2" destOrd="0" presId="urn:microsoft.com/office/officeart/2018/2/layout/IconVerticalSolidList"/>
    <dgm:cxn modelId="{9EF26EB8-B302-428E-8818-2888E3BC1B22}" type="presParOf" srcId="{DD771CEA-55AC-4823-90BF-2CC3A635CB65}" destId="{8FB01EF5-06AC-4598-AF49-E562607D3A58}" srcOrd="3" destOrd="0" presId="urn:microsoft.com/office/officeart/2018/2/layout/IconVerticalSolidList"/>
    <dgm:cxn modelId="{24CC06E2-B057-4849-9F37-7301AAEEA168}" type="presParOf" srcId="{70EF463D-2D71-4075-8CEE-2D7750CDBD08}" destId="{E10122CA-4D75-4D19-A91C-DB7352D5FFE9}" srcOrd="5" destOrd="0" presId="urn:microsoft.com/office/officeart/2018/2/layout/IconVerticalSolidList"/>
    <dgm:cxn modelId="{53D71DD5-C925-451B-84CE-0C9F181289FC}" type="presParOf" srcId="{70EF463D-2D71-4075-8CEE-2D7750CDBD08}" destId="{36C68762-4FF4-4F9B-BB5E-4ED8FD22223D}" srcOrd="6" destOrd="0" presId="urn:microsoft.com/office/officeart/2018/2/layout/IconVerticalSolidList"/>
    <dgm:cxn modelId="{33D038A4-749F-47A7-BB2A-C9EB3DE22857}" type="presParOf" srcId="{36C68762-4FF4-4F9B-BB5E-4ED8FD22223D}" destId="{BA9DD19F-9531-4CCA-A67D-D432D25AA7BA}" srcOrd="0" destOrd="0" presId="urn:microsoft.com/office/officeart/2018/2/layout/IconVerticalSolidList"/>
    <dgm:cxn modelId="{62D674E5-991C-426A-A058-AC8CF0BB4CBD}" type="presParOf" srcId="{36C68762-4FF4-4F9B-BB5E-4ED8FD22223D}" destId="{BDE87EB2-9198-424D-B73D-4D65D372FB52}" srcOrd="1" destOrd="0" presId="urn:microsoft.com/office/officeart/2018/2/layout/IconVerticalSolidList"/>
    <dgm:cxn modelId="{BB4EFABC-8AA3-4D9A-9BE6-5C322D7126FB}" type="presParOf" srcId="{36C68762-4FF4-4F9B-BB5E-4ED8FD22223D}" destId="{D46F33C1-7C5B-4030-9654-9836B5575F42}" srcOrd="2" destOrd="0" presId="urn:microsoft.com/office/officeart/2018/2/layout/IconVerticalSolidList"/>
    <dgm:cxn modelId="{18C38ED6-3AC2-4994-B93A-37BDA589FE69}" type="presParOf" srcId="{36C68762-4FF4-4F9B-BB5E-4ED8FD22223D}" destId="{52C8B83F-6963-482A-B525-28B0B9849C77}" srcOrd="3" destOrd="0" presId="urn:microsoft.com/office/officeart/2018/2/layout/IconVerticalSolidList"/>
    <dgm:cxn modelId="{2A280D97-48E8-4560-A7DC-7077FB436272}" type="presParOf" srcId="{70EF463D-2D71-4075-8CEE-2D7750CDBD08}" destId="{04C2D80E-0231-40A4-9E96-0EDFAE1C1F0A}" srcOrd="7" destOrd="0" presId="urn:microsoft.com/office/officeart/2018/2/layout/IconVerticalSolidList"/>
    <dgm:cxn modelId="{14414643-884E-4747-B9D9-C1ED4662AFEE}" type="presParOf" srcId="{70EF463D-2D71-4075-8CEE-2D7750CDBD08}" destId="{E809F3F0-A5EA-4FE7-9B4F-E3D7FF36AC22}" srcOrd="8" destOrd="0" presId="urn:microsoft.com/office/officeart/2018/2/layout/IconVerticalSolidList"/>
    <dgm:cxn modelId="{5D1DAD6D-6729-4F8E-94D8-2EB76202E620}" type="presParOf" srcId="{E809F3F0-A5EA-4FE7-9B4F-E3D7FF36AC22}" destId="{564169F1-C1EE-44CB-8008-1DC0DD0B8154}" srcOrd="0" destOrd="0" presId="urn:microsoft.com/office/officeart/2018/2/layout/IconVerticalSolidList"/>
    <dgm:cxn modelId="{B0511F3A-BC3F-4A18-B563-9591BFC8D578}" type="presParOf" srcId="{E809F3F0-A5EA-4FE7-9B4F-E3D7FF36AC22}" destId="{E07EC4C1-E683-435C-AAAC-9ECEA46B039C}" srcOrd="1" destOrd="0" presId="urn:microsoft.com/office/officeart/2018/2/layout/IconVerticalSolidList"/>
    <dgm:cxn modelId="{0B3B144E-8D2F-4911-878C-F5D43265794B}" type="presParOf" srcId="{E809F3F0-A5EA-4FE7-9B4F-E3D7FF36AC22}" destId="{F9A917C5-789B-488D-91DD-894CD0499E65}" srcOrd="2" destOrd="0" presId="urn:microsoft.com/office/officeart/2018/2/layout/IconVerticalSolidList"/>
    <dgm:cxn modelId="{FC2B1731-E875-4C72-8CFA-34B9B9CB6EE7}" type="presParOf" srcId="{E809F3F0-A5EA-4FE7-9B4F-E3D7FF36AC22}" destId="{931C83D3-05F1-45E7-BBAB-E9E13E681C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ED15ED-1F7B-40E7-ACC7-1793CF83AB5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69C9B6-6DAB-4859-83ED-EB68D559669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0" baseline="0"/>
            <a:t>Nutzung des bestehenden BasyxService als zentrale API-Schnittstelle</a:t>
          </a:r>
          <a:endParaRPr lang="en-US"/>
        </a:p>
      </dgm:t>
    </dgm:pt>
    <dgm:pt modelId="{68224E9C-F2CB-4806-B786-C5ACAC1BF5F8}" type="parTrans" cxnId="{AB5B36E8-0B32-4841-B779-10DF7DE4EBE4}">
      <dgm:prSet/>
      <dgm:spPr/>
      <dgm:t>
        <a:bodyPr/>
        <a:lstStyle/>
        <a:p>
          <a:endParaRPr lang="en-US"/>
        </a:p>
      </dgm:t>
    </dgm:pt>
    <dgm:pt modelId="{1216A2FE-14D2-4984-A5BD-F4873F6D788E}" type="sibTrans" cxnId="{AB5B36E8-0B32-4841-B779-10DF7DE4EBE4}">
      <dgm:prSet/>
      <dgm:spPr/>
      <dgm:t>
        <a:bodyPr/>
        <a:lstStyle/>
        <a:p>
          <a:endParaRPr lang="en-US"/>
        </a:p>
      </dgm:t>
    </dgm:pt>
    <dgm:pt modelId="{F7787C15-1947-4432-BF51-27E4D7FCFC74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0" baseline="0"/>
            <a:t>Komponentenbasiertes Whitebox-Design, klar getrennte Verantwortlichkeiten</a:t>
          </a:r>
          <a:endParaRPr lang="en-US"/>
        </a:p>
      </dgm:t>
    </dgm:pt>
    <dgm:pt modelId="{3530CAF6-752F-4FBE-9E88-256CC25A27DC}" type="parTrans" cxnId="{38B9FE99-4019-4137-B15B-ACC6BF2EC25E}">
      <dgm:prSet/>
      <dgm:spPr/>
      <dgm:t>
        <a:bodyPr/>
        <a:lstStyle/>
        <a:p>
          <a:endParaRPr lang="en-US"/>
        </a:p>
      </dgm:t>
    </dgm:pt>
    <dgm:pt modelId="{4CFDACF7-19FB-437A-AB23-46D68BEB06AF}" type="sibTrans" cxnId="{38B9FE99-4019-4137-B15B-ACC6BF2EC25E}">
      <dgm:prSet/>
      <dgm:spPr/>
      <dgm:t>
        <a:bodyPr/>
        <a:lstStyle/>
        <a:p>
          <a:endParaRPr lang="en-US"/>
        </a:p>
      </dgm:t>
    </dgm:pt>
    <dgm:pt modelId="{37B56203-B4AF-48FF-85F7-FEAC2DFDB1B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0" baseline="0"/>
            <a:t>Dokumentation &amp; Diagramme vollständig in PlantUML für Versionierbarkeit</a:t>
          </a:r>
          <a:endParaRPr lang="en-US"/>
        </a:p>
      </dgm:t>
    </dgm:pt>
    <dgm:pt modelId="{6868EC48-59A1-446A-B633-7B3654212595}" type="parTrans" cxnId="{33E8BE40-FD82-4230-B3DC-898CB6EAC0FF}">
      <dgm:prSet/>
      <dgm:spPr/>
      <dgm:t>
        <a:bodyPr/>
        <a:lstStyle/>
        <a:p>
          <a:endParaRPr lang="en-US"/>
        </a:p>
      </dgm:t>
    </dgm:pt>
    <dgm:pt modelId="{8A714EFC-468A-4857-AAA5-9F1D8EE59618}" type="sibTrans" cxnId="{33E8BE40-FD82-4230-B3DC-898CB6EAC0FF}">
      <dgm:prSet/>
      <dgm:spPr/>
      <dgm:t>
        <a:bodyPr/>
        <a:lstStyle/>
        <a:p>
          <a:endParaRPr lang="en-US"/>
        </a:p>
      </dgm:t>
    </dgm:pt>
    <dgm:pt modelId="{9B373D72-59CA-433E-B2B6-6EAC8F6B16F5}" type="pres">
      <dgm:prSet presAssocID="{86ED15ED-1F7B-40E7-ACC7-1793CF83AB50}" presName="root" presStyleCnt="0">
        <dgm:presLayoutVars>
          <dgm:dir/>
          <dgm:resizeHandles val="exact"/>
        </dgm:presLayoutVars>
      </dgm:prSet>
      <dgm:spPr/>
    </dgm:pt>
    <dgm:pt modelId="{1D55A20B-8FF5-471D-9315-BF696FB45799}" type="pres">
      <dgm:prSet presAssocID="{F069C9B6-6DAB-4859-83ED-EB68D5596690}" presName="compNode" presStyleCnt="0"/>
      <dgm:spPr/>
    </dgm:pt>
    <dgm:pt modelId="{E22729DE-C1F5-4808-A086-DCC52A0C776E}" type="pres">
      <dgm:prSet presAssocID="{F069C9B6-6DAB-4859-83ED-EB68D5596690}" presName="bgRect" presStyleLbl="bgShp" presStyleIdx="0" presStyleCnt="3"/>
      <dgm:spPr/>
    </dgm:pt>
    <dgm:pt modelId="{89272974-5AFB-4C23-AAFB-1D594DBE1CFA}" type="pres">
      <dgm:prSet presAssocID="{F069C9B6-6DAB-4859-83ED-EB68D55966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8115BE3F-64DA-47BF-954D-19E33E6BD23F}" type="pres">
      <dgm:prSet presAssocID="{F069C9B6-6DAB-4859-83ED-EB68D5596690}" presName="spaceRect" presStyleCnt="0"/>
      <dgm:spPr/>
    </dgm:pt>
    <dgm:pt modelId="{90A22E0E-8DA3-43C3-940C-D2B1B5AE1492}" type="pres">
      <dgm:prSet presAssocID="{F069C9B6-6DAB-4859-83ED-EB68D5596690}" presName="parTx" presStyleLbl="revTx" presStyleIdx="0" presStyleCnt="3">
        <dgm:presLayoutVars>
          <dgm:chMax val="0"/>
          <dgm:chPref val="0"/>
        </dgm:presLayoutVars>
      </dgm:prSet>
      <dgm:spPr/>
    </dgm:pt>
    <dgm:pt modelId="{43EC8EC1-77EB-4CF8-87AF-515E462E3BAE}" type="pres">
      <dgm:prSet presAssocID="{1216A2FE-14D2-4984-A5BD-F4873F6D788E}" presName="sibTrans" presStyleCnt="0"/>
      <dgm:spPr/>
    </dgm:pt>
    <dgm:pt modelId="{BB2CC73D-3A53-43B5-8770-CD051386F86A}" type="pres">
      <dgm:prSet presAssocID="{F7787C15-1947-4432-BF51-27E4D7FCFC74}" presName="compNode" presStyleCnt="0"/>
      <dgm:spPr/>
    </dgm:pt>
    <dgm:pt modelId="{E512195B-1497-4624-9348-825FA9E069BD}" type="pres">
      <dgm:prSet presAssocID="{F7787C15-1947-4432-BF51-27E4D7FCFC74}" presName="bgRect" presStyleLbl="bgShp" presStyleIdx="1" presStyleCnt="3"/>
      <dgm:spPr/>
    </dgm:pt>
    <dgm:pt modelId="{476EC39F-2315-4AA6-86C5-A4C25AB0CBA1}" type="pres">
      <dgm:prSet presAssocID="{F7787C15-1947-4432-BF51-27E4D7FCFC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A1F0666D-CB74-4589-B68E-3245A42145B9}" type="pres">
      <dgm:prSet presAssocID="{F7787C15-1947-4432-BF51-27E4D7FCFC74}" presName="spaceRect" presStyleCnt="0"/>
      <dgm:spPr/>
    </dgm:pt>
    <dgm:pt modelId="{17C345FC-D80A-4235-83EC-180E38D2AFB4}" type="pres">
      <dgm:prSet presAssocID="{F7787C15-1947-4432-BF51-27E4D7FCFC74}" presName="parTx" presStyleLbl="revTx" presStyleIdx="1" presStyleCnt="3">
        <dgm:presLayoutVars>
          <dgm:chMax val="0"/>
          <dgm:chPref val="0"/>
        </dgm:presLayoutVars>
      </dgm:prSet>
      <dgm:spPr/>
    </dgm:pt>
    <dgm:pt modelId="{CF2C548C-3254-4820-A3F6-E93841BDBF84}" type="pres">
      <dgm:prSet presAssocID="{4CFDACF7-19FB-437A-AB23-46D68BEB06AF}" presName="sibTrans" presStyleCnt="0"/>
      <dgm:spPr/>
    </dgm:pt>
    <dgm:pt modelId="{D1CD2741-077F-4C16-AF45-A2545975CA3C}" type="pres">
      <dgm:prSet presAssocID="{37B56203-B4AF-48FF-85F7-FEAC2DFDB1BE}" presName="compNode" presStyleCnt="0"/>
      <dgm:spPr/>
    </dgm:pt>
    <dgm:pt modelId="{223CB8CB-E7E3-45F9-8141-BE2E030FDD08}" type="pres">
      <dgm:prSet presAssocID="{37B56203-B4AF-48FF-85F7-FEAC2DFDB1BE}" presName="bgRect" presStyleLbl="bgShp" presStyleIdx="2" presStyleCnt="3"/>
      <dgm:spPr/>
    </dgm:pt>
    <dgm:pt modelId="{5DE0CB75-B9BA-4AEA-B5F1-09196FEF429F}" type="pres">
      <dgm:prSet presAssocID="{37B56203-B4AF-48FF-85F7-FEAC2DFDB1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693627D-7EB4-4ACD-AE7C-D89A6F35405F}" type="pres">
      <dgm:prSet presAssocID="{37B56203-B4AF-48FF-85F7-FEAC2DFDB1BE}" presName="spaceRect" presStyleCnt="0"/>
      <dgm:spPr/>
    </dgm:pt>
    <dgm:pt modelId="{44017D3D-8CED-4A9E-AB8C-55BB53D3D836}" type="pres">
      <dgm:prSet presAssocID="{37B56203-B4AF-48FF-85F7-FEAC2DFDB1B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B1D592E-0067-4435-B7DD-CC1BC73643B3}" type="presOf" srcId="{37B56203-B4AF-48FF-85F7-FEAC2DFDB1BE}" destId="{44017D3D-8CED-4A9E-AB8C-55BB53D3D836}" srcOrd="0" destOrd="0" presId="urn:microsoft.com/office/officeart/2018/2/layout/IconVerticalSolidList"/>
    <dgm:cxn modelId="{33E8BE40-FD82-4230-B3DC-898CB6EAC0FF}" srcId="{86ED15ED-1F7B-40E7-ACC7-1793CF83AB50}" destId="{37B56203-B4AF-48FF-85F7-FEAC2DFDB1BE}" srcOrd="2" destOrd="0" parTransId="{6868EC48-59A1-446A-B633-7B3654212595}" sibTransId="{8A714EFC-468A-4857-AAA5-9F1D8EE59618}"/>
    <dgm:cxn modelId="{7D7EC940-7471-44D2-8C04-76BF16508660}" type="presOf" srcId="{86ED15ED-1F7B-40E7-ACC7-1793CF83AB50}" destId="{9B373D72-59CA-433E-B2B6-6EAC8F6B16F5}" srcOrd="0" destOrd="0" presId="urn:microsoft.com/office/officeart/2018/2/layout/IconVerticalSolidList"/>
    <dgm:cxn modelId="{13C3E551-8B94-4F51-96E3-D46A426E87C4}" type="presOf" srcId="{F7787C15-1947-4432-BF51-27E4D7FCFC74}" destId="{17C345FC-D80A-4235-83EC-180E38D2AFB4}" srcOrd="0" destOrd="0" presId="urn:microsoft.com/office/officeart/2018/2/layout/IconVerticalSolidList"/>
    <dgm:cxn modelId="{38B9FE99-4019-4137-B15B-ACC6BF2EC25E}" srcId="{86ED15ED-1F7B-40E7-ACC7-1793CF83AB50}" destId="{F7787C15-1947-4432-BF51-27E4D7FCFC74}" srcOrd="1" destOrd="0" parTransId="{3530CAF6-752F-4FBE-9E88-256CC25A27DC}" sibTransId="{4CFDACF7-19FB-437A-AB23-46D68BEB06AF}"/>
    <dgm:cxn modelId="{76E252A9-D107-4C15-B80E-F57AF9CF5036}" type="presOf" srcId="{F069C9B6-6DAB-4859-83ED-EB68D5596690}" destId="{90A22E0E-8DA3-43C3-940C-D2B1B5AE1492}" srcOrd="0" destOrd="0" presId="urn:microsoft.com/office/officeart/2018/2/layout/IconVerticalSolidList"/>
    <dgm:cxn modelId="{AB5B36E8-0B32-4841-B779-10DF7DE4EBE4}" srcId="{86ED15ED-1F7B-40E7-ACC7-1793CF83AB50}" destId="{F069C9B6-6DAB-4859-83ED-EB68D5596690}" srcOrd="0" destOrd="0" parTransId="{68224E9C-F2CB-4806-B786-C5ACAC1BF5F8}" sibTransId="{1216A2FE-14D2-4984-A5BD-F4873F6D788E}"/>
    <dgm:cxn modelId="{EF851AF2-8F3C-40E0-9ABF-150C735D4731}" type="presParOf" srcId="{9B373D72-59CA-433E-B2B6-6EAC8F6B16F5}" destId="{1D55A20B-8FF5-471D-9315-BF696FB45799}" srcOrd="0" destOrd="0" presId="urn:microsoft.com/office/officeart/2018/2/layout/IconVerticalSolidList"/>
    <dgm:cxn modelId="{37226083-86B1-4793-BD63-4C36C7F35BA1}" type="presParOf" srcId="{1D55A20B-8FF5-471D-9315-BF696FB45799}" destId="{E22729DE-C1F5-4808-A086-DCC52A0C776E}" srcOrd="0" destOrd="0" presId="urn:microsoft.com/office/officeart/2018/2/layout/IconVerticalSolidList"/>
    <dgm:cxn modelId="{B7162A6F-A51A-4272-A294-989717614571}" type="presParOf" srcId="{1D55A20B-8FF5-471D-9315-BF696FB45799}" destId="{89272974-5AFB-4C23-AAFB-1D594DBE1CFA}" srcOrd="1" destOrd="0" presId="urn:microsoft.com/office/officeart/2018/2/layout/IconVerticalSolidList"/>
    <dgm:cxn modelId="{9C9AFDEA-6987-4716-84E3-F599A5208D89}" type="presParOf" srcId="{1D55A20B-8FF5-471D-9315-BF696FB45799}" destId="{8115BE3F-64DA-47BF-954D-19E33E6BD23F}" srcOrd="2" destOrd="0" presId="urn:microsoft.com/office/officeart/2018/2/layout/IconVerticalSolidList"/>
    <dgm:cxn modelId="{A355B480-58DB-4F57-84C1-6F9D6AD7CB6D}" type="presParOf" srcId="{1D55A20B-8FF5-471D-9315-BF696FB45799}" destId="{90A22E0E-8DA3-43C3-940C-D2B1B5AE1492}" srcOrd="3" destOrd="0" presId="urn:microsoft.com/office/officeart/2018/2/layout/IconVerticalSolidList"/>
    <dgm:cxn modelId="{2D9F89C6-22EE-40E9-A7EE-C8069DEE11A7}" type="presParOf" srcId="{9B373D72-59CA-433E-B2B6-6EAC8F6B16F5}" destId="{43EC8EC1-77EB-4CF8-87AF-515E462E3BAE}" srcOrd="1" destOrd="0" presId="urn:microsoft.com/office/officeart/2018/2/layout/IconVerticalSolidList"/>
    <dgm:cxn modelId="{A8A0CF73-EDF1-4385-8770-F655864F51E0}" type="presParOf" srcId="{9B373D72-59CA-433E-B2B6-6EAC8F6B16F5}" destId="{BB2CC73D-3A53-43B5-8770-CD051386F86A}" srcOrd="2" destOrd="0" presId="urn:microsoft.com/office/officeart/2018/2/layout/IconVerticalSolidList"/>
    <dgm:cxn modelId="{4C4348CE-9635-4A7E-A523-221111B31061}" type="presParOf" srcId="{BB2CC73D-3A53-43B5-8770-CD051386F86A}" destId="{E512195B-1497-4624-9348-825FA9E069BD}" srcOrd="0" destOrd="0" presId="urn:microsoft.com/office/officeart/2018/2/layout/IconVerticalSolidList"/>
    <dgm:cxn modelId="{BC543C55-3B52-402D-B4D6-7CA2F45DA7DB}" type="presParOf" srcId="{BB2CC73D-3A53-43B5-8770-CD051386F86A}" destId="{476EC39F-2315-4AA6-86C5-A4C25AB0CBA1}" srcOrd="1" destOrd="0" presId="urn:microsoft.com/office/officeart/2018/2/layout/IconVerticalSolidList"/>
    <dgm:cxn modelId="{97EBDD9B-C946-421E-B5F4-B27032B56FC0}" type="presParOf" srcId="{BB2CC73D-3A53-43B5-8770-CD051386F86A}" destId="{A1F0666D-CB74-4589-B68E-3245A42145B9}" srcOrd="2" destOrd="0" presId="urn:microsoft.com/office/officeart/2018/2/layout/IconVerticalSolidList"/>
    <dgm:cxn modelId="{C3275874-1F78-487B-8F93-F384CDF2534D}" type="presParOf" srcId="{BB2CC73D-3A53-43B5-8770-CD051386F86A}" destId="{17C345FC-D80A-4235-83EC-180E38D2AFB4}" srcOrd="3" destOrd="0" presId="urn:microsoft.com/office/officeart/2018/2/layout/IconVerticalSolidList"/>
    <dgm:cxn modelId="{34D1A36E-47C2-4B64-B9A4-F5B609D901D2}" type="presParOf" srcId="{9B373D72-59CA-433E-B2B6-6EAC8F6B16F5}" destId="{CF2C548C-3254-4820-A3F6-E93841BDBF84}" srcOrd="3" destOrd="0" presId="urn:microsoft.com/office/officeart/2018/2/layout/IconVerticalSolidList"/>
    <dgm:cxn modelId="{2F6039A0-264D-4D1D-9884-B08AD83372E2}" type="presParOf" srcId="{9B373D72-59CA-433E-B2B6-6EAC8F6B16F5}" destId="{D1CD2741-077F-4C16-AF45-A2545975CA3C}" srcOrd="4" destOrd="0" presId="urn:microsoft.com/office/officeart/2018/2/layout/IconVerticalSolidList"/>
    <dgm:cxn modelId="{DCCB5C18-243C-441C-92C7-04AFFFC10BC4}" type="presParOf" srcId="{D1CD2741-077F-4C16-AF45-A2545975CA3C}" destId="{223CB8CB-E7E3-45F9-8141-BE2E030FDD08}" srcOrd="0" destOrd="0" presId="urn:microsoft.com/office/officeart/2018/2/layout/IconVerticalSolidList"/>
    <dgm:cxn modelId="{0B2C1FFD-1406-408E-8994-B027F6F7B3AB}" type="presParOf" srcId="{D1CD2741-077F-4C16-AF45-A2545975CA3C}" destId="{5DE0CB75-B9BA-4AEA-B5F1-09196FEF429F}" srcOrd="1" destOrd="0" presId="urn:microsoft.com/office/officeart/2018/2/layout/IconVerticalSolidList"/>
    <dgm:cxn modelId="{36D5BA9D-7A91-41E1-B8D1-C6774E0D9A81}" type="presParOf" srcId="{D1CD2741-077F-4C16-AF45-A2545975CA3C}" destId="{3693627D-7EB4-4ACD-AE7C-D89A6F35405F}" srcOrd="2" destOrd="0" presId="urn:microsoft.com/office/officeart/2018/2/layout/IconVerticalSolidList"/>
    <dgm:cxn modelId="{F554CEA2-C0D9-433C-A8CB-A935F160A6D3}" type="presParOf" srcId="{D1CD2741-077F-4C16-AF45-A2545975CA3C}" destId="{44017D3D-8CED-4A9E-AB8C-55BB53D3D8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53CDA4-E42C-4525-BD20-6DE96AE83EB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69F34E-7534-4C95-95D8-B7FC455B541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0" baseline="0"/>
            <a:t>Funktionserweiterungen finalisieren und umfassend testen</a:t>
          </a:r>
          <a:endParaRPr lang="en-US"/>
        </a:p>
      </dgm:t>
    </dgm:pt>
    <dgm:pt modelId="{96C95125-0E20-44EE-AE38-7537DD3573BA}" type="parTrans" cxnId="{A2758F30-BEAA-428C-A34F-364454FF2079}">
      <dgm:prSet/>
      <dgm:spPr/>
      <dgm:t>
        <a:bodyPr/>
        <a:lstStyle/>
        <a:p>
          <a:endParaRPr lang="en-US"/>
        </a:p>
      </dgm:t>
    </dgm:pt>
    <dgm:pt modelId="{0921DC0B-7291-42AC-85A5-8CE7BF7F8962}" type="sibTrans" cxnId="{A2758F30-BEAA-428C-A34F-364454FF2079}">
      <dgm:prSet/>
      <dgm:spPr/>
      <dgm:t>
        <a:bodyPr/>
        <a:lstStyle/>
        <a:p>
          <a:endParaRPr lang="en-US"/>
        </a:p>
      </dgm:t>
    </dgm:pt>
    <dgm:pt modelId="{D5F54A53-D52E-4120-8DBA-1B3A9E7FFCD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0" baseline="0"/>
            <a:t>Sortier-, Filter- und Nameplate-Funktionen produktreif implementieren</a:t>
          </a:r>
          <a:endParaRPr lang="en-US"/>
        </a:p>
      </dgm:t>
    </dgm:pt>
    <dgm:pt modelId="{1468DAE8-2565-4F9E-900C-F372E759D86B}" type="parTrans" cxnId="{4FB1D9BC-3124-43B9-8B5A-56C243160988}">
      <dgm:prSet/>
      <dgm:spPr/>
      <dgm:t>
        <a:bodyPr/>
        <a:lstStyle/>
        <a:p>
          <a:endParaRPr lang="en-US"/>
        </a:p>
      </dgm:t>
    </dgm:pt>
    <dgm:pt modelId="{D0A79E1B-02D7-419C-B203-AA2FD0684C29}" type="sibTrans" cxnId="{4FB1D9BC-3124-43B9-8B5A-56C243160988}">
      <dgm:prSet/>
      <dgm:spPr/>
      <dgm:t>
        <a:bodyPr/>
        <a:lstStyle/>
        <a:p>
          <a:endParaRPr lang="en-US"/>
        </a:p>
      </dgm:t>
    </dgm:pt>
    <dgm:pt modelId="{7EE5B936-E7C8-40A3-AD44-B5119B1CE0D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0" baseline="0"/>
            <a:t>Bereitstellung der Erweiterung auf einem öffentlichen Demo-Server</a:t>
          </a:r>
          <a:endParaRPr lang="en-US"/>
        </a:p>
      </dgm:t>
    </dgm:pt>
    <dgm:pt modelId="{EC5A5693-6C55-42C9-A3CC-3119880924B2}" type="parTrans" cxnId="{5A279647-7C8A-42A1-B094-2FE26A0A82CD}">
      <dgm:prSet/>
      <dgm:spPr/>
      <dgm:t>
        <a:bodyPr/>
        <a:lstStyle/>
        <a:p>
          <a:endParaRPr lang="en-US"/>
        </a:p>
      </dgm:t>
    </dgm:pt>
    <dgm:pt modelId="{6BF1255E-4B51-49B9-9CDB-E96F097F2502}" type="sibTrans" cxnId="{5A279647-7C8A-42A1-B094-2FE26A0A82CD}">
      <dgm:prSet/>
      <dgm:spPr/>
      <dgm:t>
        <a:bodyPr/>
        <a:lstStyle/>
        <a:p>
          <a:endParaRPr lang="en-US"/>
        </a:p>
      </dgm:t>
    </dgm:pt>
    <dgm:pt modelId="{BAFF8266-CDCA-45AA-90D2-ED047CF5B5B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0" baseline="0"/>
            <a:t>Erstellung einer vollständigen, strukturierten Online-Dokumentation</a:t>
          </a:r>
          <a:endParaRPr lang="en-US"/>
        </a:p>
      </dgm:t>
    </dgm:pt>
    <dgm:pt modelId="{00E80F12-1E23-4425-A2BD-8F695A3EBC4E}" type="parTrans" cxnId="{3B89D8DD-9B59-4E13-94AB-8CD6BE550CD1}">
      <dgm:prSet/>
      <dgm:spPr/>
      <dgm:t>
        <a:bodyPr/>
        <a:lstStyle/>
        <a:p>
          <a:endParaRPr lang="en-US"/>
        </a:p>
      </dgm:t>
    </dgm:pt>
    <dgm:pt modelId="{DE7E128B-233A-41E4-8A3D-34E50388EC6F}" type="sibTrans" cxnId="{3B89D8DD-9B59-4E13-94AB-8CD6BE550CD1}">
      <dgm:prSet/>
      <dgm:spPr/>
      <dgm:t>
        <a:bodyPr/>
        <a:lstStyle/>
        <a:p>
          <a:endParaRPr lang="en-US"/>
        </a:p>
      </dgm:t>
    </dgm:pt>
    <dgm:pt modelId="{3A9B1B1C-77C0-4BFD-88B3-91AF8D3947D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0" baseline="0"/>
            <a:t>Abstimmung und Integration der Lösung im BaSyx Open-Source-Projekt</a:t>
          </a:r>
          <a:endParaRPr lang="en-US"/>
        </a:p>
      </dgm:t>
    </dgm:pt>
    <dgm:pt modelId="{CB00F9B9-F937-46D2-8659-152F4A41142B}" type="parTrans" cxnId="{A49089F6-4058-4794-8664-C43F6B8AA347}">
      <dgm:prSet/>
      <dgm:spPr/>
      <dgm:t>
        <a:bodyPr/>
        <a:lstStyle/>
        <a:p>
          <a:endParaRPr lang="en-US"/>
        </a:p>
      </dgm:t>
    </dgm:pt>
    <dgm:pt modelId="{981C04AB-A63F-4116-9609-EB4748D4B816}" type="sibTrans" cxnId="{A49089F6-4058-4794-8664-C43F6B8AA347}">
      <dgm:prSet/>
      <dgm:spPr/>
      <dgm:t>
        <a:bodyPr/>
        <a:lstStyle/>
        <a:p>
          <a:endParaRPr lang="en-US"/>
        </a:p>
      </dgm:t>
    </dgm:pt>
    <dgm:pt modelId="{EBB26363-8C7B-45F6-B8DB-90D43F203E3A}" type="pres">
      <dgm:prSet presAssocID="{0653CDA4-E42C-4525-BD20-6DE96AE83EBF}" presName="root" presStyleCnt="0">
        <dgm:presLayoutVars>
          <dgm:dir/>
          <dgm:resizeHandles val="exact"/>
        </dgm:presLayoutVars>
      </dgm:prSet>
      <dgm:spPr/>
    </dgm:pt>
    <dgm:pt modelId="{4A234F61-4CE6-4518-A67E-8AD340C65D9D}" type="pres">
      <dgm:prSet presAssocID="{C169F34E-7534-4C95-95D8-B7FC455B5419}" presName="compNode" presStyleCnt="0"/>
      <dgm:spPr/>
    </dgm:pt>
    <dgm:pt modelId="{773FF768-C3A2-4D17-B4CF-F72D9555D783}" type="pres">
      <dgm:prSet presAssocID="{C169F34E-7534-4C95-95D8-B7FC455B5419}" presName="bgRect" presStyleLbl="bgShp" presStyleIdx="0" presStyleCnt="5"/>
      <dgm:spPr/>
    </dgm:pt>
    <dgm:pt modelId="{FBCE6F35-51D3-401C-A9B5-2634825A483A}" type="pres">
      <dgm:prSet presAssocID="{C169F34E-7534-4C95-95D8-B7FC455B541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üfliste"/>
        </a:ext>
      </dgm:extLst>
    </dgm:pt>
    <dgm:pt modelId="{2B29B3DC-ADBA-4286-A439-543D377AFC9E}" type="pres">
      <dgm:prSet presAssocID="{C169F34E-7534-4C95-95D8-B7FC455B5419}" presName="spaceRect" presStyleCnt="0"/>
      <dgm:spPr/>
    </dgm:pt>
    <dgm:pt modelId="{5AAF07EC-64D3-4C04-A81A-5EA00807E598}" type="pres">
      <dgm:prSet presAssocID="{C169F34E-7534-4C95-95D8-B7FC455B5419}" presName="parTx" presStyleLbl="revTx" presStyleIdx="0" presStyleCnt="5">
        <dgm:presLayoutVars>
          <dgm:chMax val="0"/>
          <dgm:chPref val="0"/>
        </dgm:presLayoutVars>
      </dgm:prSet>
      <dgm:spPr/>
    </dgm:pt>
    <dgm:pt modelId="{26AB6711-CB99-4E93-A974-C743763033DA}" type="pres">
      <dgm:prSet presAssocID="{0921DC0B-7291-42AC-85A5-8CE7BF7F8962}" presName="sibTrans" presStyleCnt="0"/>
      <dgm:spPr/>
    </dgm:pt>
    <dgm:pt modelId="{4BE3D778-8339-4B88-83B2-7C9F35C1012E}" type="pres">
      <dgm:prSet presAssocID="{D5F54A53-D52E-4120-8DBA-1B3A9E7FFCD7}" presName="compNode" presStyleCnt="0"/>
      <dgm:spPr/>
    </dgm:pt>
    <dgm:pt modelId="{B7A5C65A-EBFA-48DE-8353-018D867E8E4A}" type="pres">
      <dgm:prSet presAssocID="{D5F54A53-D52E-4120-8DBA-1B3A9E7FFCD7}" presName="bgRect" presStyleLbl="bgShp" presStyleIdx="1" presStyleCnt="5"/>
      <dgm:spPr/>
    </dgm:pt>
    <dgm:pt modelId="{01E88A22-ABFB-49F3-9D34-C4B84670BFFA}" type="pres">
      <dgm:prSet presAssocID="{D5F54A53-D52E-4120-8DBA-1B3A9E7FFCD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9E39969-0278-4ECC-B2DC-0C6C2D0E2FE9}" type="pres">
      <dgm:prSet presAssocID="{D5F54A53-D52E-4120-8DBA-1B3A9E7FFCD7}" presName="spaceRect" presStyleCnt="0"/>
      <dgm:spPr/>
    </dgm:pt>
    <dgm:pt modelId="{B36491DD-5038-40CD-9655-90E59B7BACFF}" type="pres">
      <dgm:prSet presAssocID="{D5F54A53-D52E-4120-8DBA-1B3A9E7FFCD7}" presName="parTx" presStyleLbl="revTx" presStyleIdx="1" presStyleCnt="5">
        <dgm:presLayoutVars>
          <dgm:chMax val="0"/>
          <dgm:chPref val="0"/>
        </dgm:presLayoutVars>
      </dgm:prSet>
      <dgm:spPr/>
    </dgm:pt>
    <dgm:pt modelId="{F72D3C56-FA64-441F-BBBE-535F4968A771}" type="pres">
      <dgm:prSet presAssocID="{D0A79E1B-02D7-419C-B203-AA2FD0684C29}" presName="sibTrans" presStyleCnt="0"/>
      <dgm:spPr/>
    </dgm:pt>
    <dgm:pt modelId="{F747B900-70FB-4597-B2B2-A5F18DF9FA42}" type="pres">
      <dgm:prSet presAssocID="{7EE5B936-E7C8-40A3-AD44-B5119B1CE0D0}" presName="compNode" presStyleCnt="0"/>
      <dgm:spPr/>
    </dgm:pt>
    <dgm:pt modelId="{7E5F22D9-4EFF-4927-A0B2-7336DCE3A75C}" type="pres">
      <dgm:prSet presAssocID="{7EE5B936-E7C8-40A3-AD44-B5119B1CE0D0}" presName="bgRect" presStyleLbl="bgShp" presStyleIdx="2" presStyleCnt="5"/>
      <dgm:spPr/>
    </dgm:pt>
    <dgm:pt modelId="{D2C4710E-41FE-4916-B7EB-5F84EAC500A9}" type="pres">
      <dgm:prSet presAssocID="{7EE5B936-E7C8-40A3-AD44-B5119B1CE0D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F2C5059A-9108-4F59-B428-A5801788122E}" type="pres">
      <dgm:prSet presAssocID="{7EE5B936-E7C8-40A3-AD44-B5119B1CE0D0}" presName="spaceRect" presStyleCnt="0"/>
      <dgm:spPr/>
    </dgm:pt>
    <dgm:pt modelId="{6B406A91-4181-419F-AFF5-05F04A6ADC6D}" type="pres">
      <dgm:prSet presAssocID="{7EE5B936-E7C8-40A3-AD44-B5119B1CE0D0}" presName="parTx" presStyleLbl="revTx" presStyleIdx="2" presStyleCnt="5">
        <dgm:presLayoutVars>
          <dgm:chMax val="0"/>
          <dgm:chPref val="0"/>
        </dgm:presLayoutVars>
      </dgm:prSet>
      <dgm:spPr/>
    </dgm:pt>
    <dgm:pt modelId="{EB325810-A46D-4FD3-BCB2-9B0FE532B754}" type="pres">
      <dgm:prSet presAssocID="{6BF1255E-4B51-49B9-9CDB-E96F097F2502}" presName="sibTrans" presStyleCnt="0"/>
      <dgm:spPr/>
    </dgm:pt>
    <dgm:pt modelId="{56C53732-3413-458E-9620-5DE33A29424D}" type="pres">
      <dgm:prSet presAssocID="{BAFF8266-CDCA-45AA-90D2-ED047CF5B5B3}" presName="compNode" presStyleCnt="0"/>
      <dgm:spPr/>
    </dgm:pt>
    <dgm:pt modelId="{8292FB6D-4022-485A-B5C7-D9DF4361BD53}" type="pres">
      <dgm:prSet presAssocID="{BAFF8266-CDCA-45AA-90D2-ED047CF5B5B3}" presName="bgRect" presStyleLbl="bgShp" presStyleIdx="3" presStyleCnt="5"/>
      <dgm:spPr/>
    </dgm:pt>
    <dgm:pt modelId="{64B22D97-1418-489F-AE21-F97EBC02ADCC}" type="pres">
      <dgm:prSet presAssocID="{BAFF8266-CDCA-45AA-90D2-ED047CF5B5B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55BE7E55-C6C0-4235-8B1B-2FCD4E958345}" type="pres">
      <dgm:prSet presAssocID="{BAFF8266-CDCA-45AA-90D2-ED047CF5B5B3}" presName="spaceRect" presStyleCnt="0"/>
      <dgm:spPr/>
    </dgm:pt>
    <dgm:pt modelId="{6E633B10-3117-4212-B5D1-EF8AB5D22E12}" type="pres">
      <dgm:prSet presAssocID="{BAFF8266-CDCA-45AA-90D2-ED047CF5B5B3}" presName="parTx" presStyleLbl="revTx" presStyleIdx="3" presStyleCnt="5">
        <dgm:presLayoutVars>
          <dgm:chMax val="0"/>
          <dgm:chPref val="0"/>
        </dgm:presLayoutVars>
      </dgm:prSet>
      <dgm:spPr/>
    </dgm:pt>
    <dgm:pt modelId="{32329835-6D53-4623-9617-066CF8F0D28B}" type="pres">
      <dgm:prSet presAssocID="{DE7E128B-233A-41E4-8A3D-34E50388EC6F}" presName="sibTrans" presStyleCnt="0"/>
      <dgm:spPr/>
    </dgm:pt>
    <dgm:pt modelId="{BEC0A258-92FE-4735-A1A9-CA7C1B321290}" type="pres">
      <dgm:prSet presAssocID="{3A9B1B1C-77C0-4BFD-88B3-91AF8D3947D9}" presName="compNode" presStyleCnt="0"/>
      <dgm:spPr/>
    </dgm:pt>
    <dgm:pt modelId="{E1C6AE48-B40D-4044-B38A-292C50E1B6FE}" type="pres">
      <dgm:prSet presAssocID="{3A9B1B1C-77C0-4BFD-88B3-91AF8D3947D9}" presName="bgRect" presStyleLbl="bgShp" presStyleIdx="4" presStyleCnt="5"/>
      <dgm:spPr/>
    </dgm:pt>
    <dgm:pt modelId="{54346A9B-3FB6-4E23-90DF-B07FECD97941}" type="pres">
      <dgm:prSet presAssocID="{3A9B1B1C-77C0-4BFD-88B3-91AF8D3947D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6B3F093D-2BCC-4023-BCA6-FE4526351179}" type="pres">
      <dgm:prSet presAssocID="{3A9B1B1C-77C0-4BFD-88B3-91AF8D3947D9}" presName="spaceRect" presStyleCnt="0"/>
      <dgm:spPr/>
    </dgm:pt>
    <dgm:pt modelId="{030118AC-A579-4ADA-81CE-AE21E3BDDBE2}" type="pres">
      <dgm:prSet presAssocID="{3A9B1B1C-77C0-4BFD-88B3-91AF8D3947D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5C16009-F1DA-47BF-A9EE-D26294F2A09A}" type="presOf" srcId="{7EE5B936-E7C8-40A3-AD44-B5119B1CE0D0}" destId="{6B406A91-4181-419F-AFF5-05F04A6ADC6D}" srcOrd="0" destOrd="0" presId="urn:microsoft.com/office/officeart/2018/2/layout/IconVerticalSolidList"/>
    <dgm:cxn modelId="{A2758F30-BEAA-428C-A34F-364454FF2079}" srcId="{0653CDA4-E42C-4525-BD20-6DE96AE83EBF}" destId="{C169F34E-7534-4C95-95D8-B7FC455B5419}" srcOrd="0" destOrd="0" parTransId="{96C95125-0E20-44EE-AE38-7537DD3573BA}" sibTransId="{0921DC0B-7291-42AC-85A5-8CE7BF7F8962}"/>
    <dgm:cxn modelId="{DD9FDD62-403B-4A4C-91C5-336D41EC960F}" type="presOf" srcId="{D5F54A53-D52E-4120-8DBA-1B3A9E7FFCD7}" destId="{B36491DD-5038-40CD-9655-90E59B7BACFF}" srcOrd="0" destOrd="0" presId="urn:microsoft.com/office/officeart/2018/2/layout/IconVerticalSolidList"/>
    <dgm:cxn modelId="{5A279647-7C8A-42A1-B094-2FE26A0A82CD}" srcId="{0653CDA4-E42C-4525-BD20-6DE96AE83EBF}" destId="{7EE5B936-E7C8-40A3-AD44-B5119B1CE0D0}" srcOrd="2" destOrd="0" parTransId="{EC5A5693-6C55-42C9-A3CC-3119880924B2}" sibTransId="{6BF1255E-4B51-49B9-9CDB-E96F097F2502}"/>
    <dgm:cxn modelId="{09292049-08E0-40E8-AB2E-0D2B67F0ADC2}" type="presOf" srcId="{0653CDA4-E42C-4525-BD20-6DE96AE83EBF}" destId="{EBB26363-8C7B-45F6-B8DB-90D43F203E3A}" srcOrd="0" destOrd="0" presId="urn:microsoft.com/office/officeart/2018/2/layout/IconVerticalSolidList"/>
    <dgm:cxn modelId="{3BFA8EA3-45A3-4A16-887A-3E6D7A81750D}" type="presOf" srcId="{3A9B1B1C-77C0-4BFD-88B3-91AF8D3947D9}" destId="{030118AC-A579-4ADA-81CE-AE21E3BDDBE2}" srcOrd="0" destOrd="0" presId="urn:microsoft.com/office/officeart/2018/2/layout/IconVerticalSolidList"/>
    <dgm:cxn modelId="{4FB1D9BC-3124-43B9-8B5A-56C243160988}" srcId="{0653CDA4-E42C-4525-BD20-6DE96AE83EBF}" destId="{D5F54A53-D52E-4120-8DBA-1B3A9E7FFCD7}" srcOrd="1" destOrd="0" parTransId="{1468DAE8-2565-4F9E-900C-F372E759D86B}" sibTransId="{D0A79E1B-02D7-419C-B203-AA2FD0684C29}"/>
    <dgm:cxn modelId="{1B5ABCD8-9E4C-420B-8DE3-E0C62CCA3437}" type="presOf" srcId="{C169F34E-7534-4C95-95D8-B7FC455B5419}" destId="{5AAF07EC-64D3-4C04-A81A-5EA00807E598}" srcOrd="0" destOrd="0" presId="urn:microsoft.com/office/officeart/2018/2/layout/IconVerticalSolidList"/>
    <dgm:cxn modelId="{3B89D8DD-9B59-4E13-94AB-8CD6BE550CD1}" srcId="{0653CDA4-E42C-4525-BD20-6DE96AE83EBF}" destId="{BAFF8266-CDCA-45AA-90D2-ED047CF5B5B3}" srcOrd="3" destOrd="0" parTransId="{00E80F12-1E23-4425-A2BD-8F695A3EBC4E}" sibTransId="{DE7E128B-233A-41E4-8A3D-34E50388EC6F}"/>
    <dgm:cxn modelId="{5EF7A0F2-766F-420A-B1B9-F66928E58BB0}" type="presOf" srcId="{BAFF8266-CDCA-45AA-90D2-ED047CF5B5B3}" destId="{6E633B10-3117-4212-B5D1-EF8AB5D22E12}" srcOrd="0" destOrd="0" presId="urn:microsoft.com/office/officeart/2018/2/layout/IconVerticalSolidList"/>
    <dgm:cxn modelId="{A49089F6-4058-4794-8664-C43F6B8AA347}" srcId="{0653CDA4-E42C-4525-BD20-6DE96AE83EBF}" destId="{3A9B1B1C-77C0-4BFD-88B3-91AF8D3947D9}" srcOrd="4" destOrd="0" parTransId="{CB00F9B9-F937-46D2-8659-152F4A41142B}" sibTransId="{981C04AB-A63F-4116-9609-EB4748D4B816}"/>
    <dgm:cxn modelId="{79990597-AB30-430F-B24C-503B23C35D6B}" type="presParOf" srcId="{EBB26363-8C7B-45F6-B8DB-90D43F203E3A}" destId="{4A234F61-4CE6-4518-A67E-8AD340C65D9D}" srcOrd="0" destOrd="0" presId="urn:microsoft.com/office/officeart/2018/2/layout/IconVerticalSolidList"/>
    <dgm:cxn modelId="{154D25EC-B909-4543-B9E5-37BBA0193F97}" type="presParOf" srcId="{4A234F61-4CE6-4518-A67E-8AD340C65D9D}" destId="{773FF768-C3A2-4D17-B4CF-F72D9555D783}" srcOrd="0" destOrd="0" presId="urn:microsoft.com/office/officeart/2018/2/layout/IconVerticalSolidList"/>
    <dgm:cxn modelId="{AC035ADB-6BFB-4CC6-B087-10AB01EE9EA9}" type="presParOf" srcId="{4A234F61-4CE6-4518-A67E-8AD340C65D9D}" destId="{FBCE6F35-51D3-401C-A9B5-2634825A483A}" srcOrd="1" destOrd="0" presId="urn:microsoft.com/office/officeart/2018/2/layout/IconVerticalSolidList"/>
    <dgm:cxn modelId="{5A77B4F8-97B1-4E5E-9015-D229A38DA2BD}" type="presParOf" srcId="{4A234F61-4CE6-4518-A67E-8AD340C65D9D}" destId="{2B29B3DC-ADBA-4286-A439-543D377AFC9E}" srcOrd="2" destOrd="0" presId="urn:microsoft.com/office/officeart/2018/2/layout/IconVerticalSolidList"/>
    <dgm:cxn modelId="{9EC6E083-3B3E-496E-9C60-4F5A3EA3506C}" type="presParOf" srcId="{4A234F61-4CE6-4518-A67E-8AD340C65D9D}" destId="{5AAF07EC-64D3-4C04-A81A-5EA00807E598}" srcOrd="3" destOrd="0" presId="urn:microsoft.com/office/officeart/2018/2/layout/IconVerticalSolidList"/>
    <dgm:cxn modelId="{07724142-A1FF-461A-84FD-EA486EB1F648}" type="presParOf" srcId="{EBB26363-8C7B-45F6-B8DB-90D43F203E3A}" destId="{26AB6711-CB99-4E93-A974-C743763033DA}" srcOrd="1" destOrd="0" presId="urn:microsoft.com/office/officeart/2018/2/layout/IconVerticalSolidList"/>
    <dgm:cxn modelId="{7DD806CA-E4C5-4A6E-B68F-42CE13F4030A}" type="presParOf" srcId="{EBB26363-8C7B-45F6-B8DB-90D43F203E3A}" destId="{4BE3D778-8339-4B88-83B2-7C9F35C1012E}" srcOrd="2" destOrd="0" presId="urn:microsoft.com/office/officeart/2018/2/layout/IconVerticalSolidList"/>
    <dgm:cxn modelId="{21380DD8-9ED5-449A-9160-C057046DCBD8}" type="presParOf" srcId="{4BE3D778-8339-4B88-83B2-7C9F35C1012E}" destId="{B7A5C65A-EBFA-48DE-8353-018D867E8E4A}" srcOrd="0" destOrd="0" presId="urn:microsoft.com/office/officeart/2018/2/layout/IconVerticalSolidList"/>
    <dgm:cxn modelId="{4F22961B-9006-4AF3-94BF-6AA5587DE10B}" type="presParOf" srcId="{4BE3D778-8339-4B88-83B2-7C9F35C1012E}" destId="{01E88A22-ABFB-49F3-9D34-C4B84670BFFA}" srcOrd="1" destOrd="0" presId="urn:microsoft.com/office/officeart/2018/2/layout/IconVerticalSolidList"/>
    <dgm:cxn modelId="{04FD5414-4959-4489-868A-826A5276703B}" type="presParOf" srcId="{4BE3D778-8339-4B88-83B2-7C9F35C1012E}" destId="{C9E39969-0278-4ECC-B2DC-0C6C2D0E2FE9}" srcOrd="2" destOrd="0" presId="urn:microsoft.com/office/officeart/2018/2/layout/IconVerticalSolidList"/>
    <dgm:cxn modelId="{38227F7F-E134-4C98-8D64-168D88196C2E}" type="presParOf" srcId="{4BE3D778-8339-4B88-83B2-7C9F35C1012E}" destId="{B36491DD-5038-40CD-9655-90E59B7BACFF}" srcOrd="3" destOrd="0" presId="urn:microsoft.com/office/officeart/2018/2/layout/IconVerticalSolidList"/>
    <dgm:cxn modelId="{42F01CA4-DD73-4DD7-96B9-11DBE52D5F03}" type="presParOf" srcId="{EBB26363-8C7B-45F6-B8DB-90D43F203E3A}" destId="{F72D3C56-FA64-441F-BBBE-535F4968A771}" srcOrd="3" destOrd="0" presId="urn:microsoft.com/office/officeart/2018/2/layout/IconVerticalSolidList"/>
    <dgm:cxn modelId="{BAC04388-5EFD-4C0C-93BE-ECB0060CB231}" type="presParOf" srcId="{EBB26363-8C7B-45F6-B8DB-90D43F203E3A}" destId="{F747B900-70FB-4597-B2B2-A5F18DF9FA42}" srcOrd="4" destOrd="0" presId="urn:microsoft.com/office/officeart/2018/2/layout/IconVerticalSolidList"/>
    <dgm:cxn modelId="{7A9F597D-B6BF-4B16-85DD-D15251B42F7A}" type="presParOf" srcId="{F747B900-70FB-4597-B2B2-A5F18DF9FA42}" destId="{7E5F22D9-4EFF-4927-A0B2-7336DCE3A75C}" srcOrd="0" destOrd="0" presId="urn:microsoft.com/office/officeart/2018/2/layout/IconVerticalSolidList"/>
    <dgm:cxn modelId="{7F513918-2806-4778-B893-9544C89CC1B9}" type="presParOf" srcId="{F747B900-70FB-4597-B2B2-A5F18DF9FA42}" destId="{D2C4710E-41FE-4916-B7EB-5F84EAC500A9}" srcOrd="1" destOrd="0" presId="urn:microsoft.com/office/officeart/2018/2/layout/IconVerticalSolidList"/>
    <dgm:cxn modelId="{A6C2B190-5EBB-470B-923B-5BD681328C20}" type="presParOf" srcId="{F747B900-70FB-4597-B2B2-A5F18DF9FA42}" destId="{F2C5059A-9108-4F59-B428-A5801788122E}" srcOrd="2" destOrd="0" presId="urn:microsoft.com/office/officeart/2018/2/layout/IconVerticalSolidList"/>
    <dgm:cxn modelId="{2A82673A-8873-4A4C-9F04-A0A844A35AFB}" type="presParOf" srcId="{F747B900-70FB-4597-B2B2-A5F18DF9FA42}" destId="{6B406A91-4181-419F-AFF5-05F04A6ADC6D}" srcOrd="3" destOrd="0" presId="urn:microsoft.com/office/officeart/2018/2/layout/IconVerticalSolidList"/>
    <dgm:cxn modelId="{48E91BB3-B159-4C06-9172-EEC26D85DDBF}" type="presParOf" srcId="{EBB26363-8C7B-45F6-B8DB-90D43F203E3A}" destId="{EB325810-A46D-4FD3-BCB2-9B0FE532B754}" srcOrd="5" destOrd="0" presId="urn:microsoft.com/office/officeart/2018/2/layout/IconVerticalSolidList"/>
    <dgm:cxn modelId="{528995B4-1507-4352-85F3-F76F0E6B9585}" type="presParOf" srcId="{EBB26363-8C7B-45F6-B8DB-90D43F203E3A}" destId="{56C53732-3413-458E-9620-5DE33A29424D}" srcOrd="6" destOrd="0" presId="urn:microsoft.com/office/officeart/2018/2/layout/IconVerticalSolidList"/>
    <dgm:cxn modelId="{C1EE5129-53A8-4A59-A1E2-6CAE7A6286D7}" type="presParOf" srcId="{56C53732-3413-458E-9620-5DE33A29424D}" destId="{8292FB6D-4022-485A-B5C7-D9DF4361BD53}" srcOrd="0" destOrd="0" presId="urn:microsoft.com/office/officeart/2018/2/layout/IconVerticalSolidList"/>
    <dgm:cxn modelId="{CC70EC1B-47E4-450D-8351-120B1194C13D}" type="presParOf" srcId="{56C53732-3413-458E-9620-5DE33A29424D}" destId="{64B22D97-1418-489F-AE21-F97EBC02ADCC}" srcOrd="1" destOrd="0" presId="urn:microsoft.com/office/officeart/2018/2/layout/IconVerticalSolidList"/>
    <dgm:cxn modelId="{40C371C9-A043-40A2-A5BC-7573EE0FB0B2}" type="presParOf" srcId="{56C53732-3413-458E-9620-5DE33A29424D}" destId="{55BE7E55-C6C0-4235-8B1B-2FCD4E958345}" srcOrd="2" destOrd="0" presId="urn:microsoft.com/office/officeart/2018/2/layout/IconVerticalSolidList"/>
    <dgm:cxn modelId="{126FBB9D-98BB-45E3-B0D1-69CBDEEF6D10}" type="presParOf" srcId="{56C53732-3413-458E-9620-5DE33A29424D}" destId="{6E633B10-3117-4212-B5D1-EF8AB5D22E12}" srcOrd="3" destOrd="0" presId="urn:microsoft.com/office/officeart/2018/2/layout/IconVerticalSolidList"/>
    <dgm:cxn modelId="{3E58E1A8-1818-4BFC-AE01-6B473A8B5866}" type="presParOf" srcId="{EBB26363-8C7B-45F6-B8DB-90D43F203E3A}" destId="{32329835-6D53-4623-9617-066CF8F0D28B}" srcOrd="7" destOrd="0" presId="urn:microsoft.com/office/officeart/2018/2/layout/IconVerticalSolidList"/>
    <dgm:cxn modelId="{252A1086-CB88-4DD8-9C7F-DF756B6C45C8}" type="presParOf" srcId="{EBB26363-8C7B-45F6-B8DB-90D43F203E3A}" destId="{BEC0A258-92FE-4735-A1A9-CA7C1B321290}" srcOrd="8" destOrd="0" presId="urn:microsoft.com/office/officeart/2018/2/layout/IconVerticalSolidList"/>
    <dgm:cxn modelId="{A9A045D2-85ED-4B36-8AE1-EE1ECA450AD1}" type="presParOf" srcId="{BEC0A258-92FE-4735-A1A9-CA7C1B321290}" destId="{E1C6AE48-B40D-4044-B38A-292C50E1B6FE}" srcOrd="0" destOrd="0" presId="urn:microsoft.com/office/officeart/2018/2/layout/IconVerticalSolidList"/>
    <dgm:cxn modelId="{2289162E-32F8-45BE-B713-83710638948F}" type="presParOf" srcId="{BEC0A258-92FE-4735-A1A9-CA7C1B321290}" destId="{54346A9B-3FB6-4E23-90DF-B07FECD97941}" srcOrd="1" destOrd="0" presId="urn:microsoft.com/office/officeart/2018/2/layout/IconVerticalSolidList"/>
    <dgm:cxn modelId="{5A03BD0D-7B2D-4CBF-B8DE-82F10ED3E102}" type="presParOf" srcId="{BEC0A258-92FE-4735-A1A9-CA7C1B321290}" destId="{6B3F093D-2BCC-4023-BCA6-FE4526351179}" srcOrd="2" destOrd="0" presId="urn:microsoft.com/office/officeart/2018/2/layout/IconVerticalSolidList"/>
    <dgm:cxn modelId="{EF21476E-63CF-4C24-A5CD-484074A5EA44}" type="presParOf" srcId="{BEC0A258-92FE-4735-A1A9-CA7C1B321290}" destId="{030118AC-A579-4ADA-81CE-AE21E3BDDB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BB12A-B742-4AC8-B1EA-6415EE27D31D}">
      <dsp:nvSpPr>
        <dsp:cNvPr id="0" name=""/>
        <dsp:cNvSpPr/>
      </dsp:nvSpPr>
      <dsp:spPr>
        <a:xfrm>
          <a:off x="0" y="435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5F479-87CA-4879-BCEB-32604F8602EA}">
      <dsp:nvSpPr>
        <dsp:cNvPr id="0" name=""/>
        <dsp:cNvSpPr/>
      </dsp:nvSpPr>
      <dsp:spPr>
        <a:xfrm>
          <a:off x="308142" y="229632"/>
          <a:ext cx="560259" cy="5602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6C712-4483-45B7-BA72-057581F414D5}">
      <dsp:nvSpPr>
        <dsp:cNvPr id="0" name=""/>
        <dsp:cNvSpPr/>
      </dsp:nvSpPr>
      <dsp:spPr>
        <a:xfrm>
          <a:off x="1176545" y="435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Frontend: Vue </a:t>
          </a:r>
          <a:r>
            <a:rPr lang="de-DE" sz="2500" b="0" kern="1200" dirty="0"/>
            <a:t>(</a:t>
          </a:r>
          <a:r>
            <a:rPr lang="de-DE" sz="2500" b="0" kern="1200" dirty="0" err="1"/>
            <a:t>BaSyx</a:t>
          </a:r>
          <a:r>
            <a:rPr lang="de-DE" sz="2500" b="0" kern="1200" dirty="0"/>
            <a:t> Web-UI)</a:t>
          </a:r>
          <a:endParaRPr lang="en-US" sz="2500" b="0" kern="1200" dirty="0"/>
        </a:p>
      </dsp:txBody>
      <dsp:txXfrm>
        <a:off x="1176545" y="435"/>
        <a:ext cx="9714382" cy="1018654"/>
      </dsp:txXfrm>
    </dsp:sp>
    <dsp:sp modelId="{8505D7A4-E418-4287-ADD1-39E4E6ED0D68}">
      <dsp:nvSpPr>
        <dsp:cNvPr id="0" name=""/>
        <dsp:cNvSpPr/>
      </dsp:nvSpPr>
      <dsp:spPr>
        <a:xfrm>
          <a:off x="0" y="1273752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C27FD-50D7-4E64-B327-885FBD93B755}">
      <dsp:nvSpPr>
        <dsp:cNvPr id="0" name=""/>
        <dsp:cNvSpPr/>
      </dsp:nvSpPr>
      <dsp:spPr>
        <a:xfrm>
          <a:off x="308142" y="1502950"/>
          <a:ext cx="560259" cy="560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02A9B-A9D2-40F4-9502-C4374058C655}">
      <dsp:nvSpPr>
        <dsp:cNvPr id="0" name=""/>
        <dsp:cNvSpPr/>
      </dsp:nvSpPr>
      <dsp:spPr>
        <a:xfrm>
          <a:off x="1176545" y="1273752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Backend: </a:t>
          </a:r>
          <a:r>
            <a:rPr lang="de-DE" sz="2500" b="0" kern="1200"/>
            <a:t>Spring Boot / Java, REST/JSON</a:t>
          </a:r>
          <a:endParaRPr lang="en-US" sz="2500" b="0" kern="1200"/>
        </a:p>
      </dsp:txBody>
      <dsp:txXfrm>
        <a:off x="1176545" y="1273752"/>
        <a:ext cx="9714382" cy="1018654"/>
      </dsp:txXfrm>
    </dsp:sp>
    <dsp:sp modelId="{10A465FF-5414-4C61-8D19-01FE3AEEECC8}">
      <dsp:nvSpPr>
        <dsp:cNvPr id="0" name=""/>
        <dsp:cNvSpPr/>
      </dsp:nvSpPr>
      <dsp:spPr>
        <a:xfrm>
          <a:off x="0" y="2547070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353CF-5826-4C84-B549-7282B59A4B70}">
      <dsp:nvSpPr>
        <dsp:cNvPr id="0" name=""/>
        <dsp:cNvSpPr/>
      </dsp:nvSpPr>
      <dsp:spPr>
        <a:xfrm>
          <a:off x="308142" y="2776267"/>
          <a:ext cx="560259" cy="560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BA61A-1125-4234-8577-B4B868ECED09}">
      <dsp:nvSpPr>
        <dsp:cNvPr id="0" name=""/>
        <dsp:cNvSpPr/>
      </dsp:nvSpPr>
      <dsp:spPr>
        <a:xfrm>
          <a:off x="1176545" y="2547070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OS: Windows/Linux; Browser: Chrome/Firefox/Edge</a:t>
          </a:r>
          <a:endParaRPr lang="en-US" sz="2500" kern="1200" dirty="0"/>
        </a:p>
      </dsp:txBody>
      <dsp:txXfrm>
        <a:off x="1176545" y="2547070"/>
        <a:ext cx="9714382" cy="1018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CE2800-79BF-418F-BE57-AE10EBE2E870}">
      <dsp:nvSpPr>
        <dsp:cNvPr id="0" name=""/>
        <dsp:cNvSpPr/>
      </dsp:nvSpPr>
      <dsp:spPr>
        <a:xfrm>
          <a:off x="0" y="5332"/>
          <a:ext cx="10208830" cy="6210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98286-286F-4208-B7C1-8DC4959061A5}">
      <dsp:nvSpPr>
        <dsp:cNvPr id="0" name=""/>
        <dsp:cNvSpPr/>
      </dsp:nvSpPr>
      <dsp:spPr>
        <a:xfrm>
          <a:off x="187858" y="145061"/>
          <a:ext cx="341894" cy="341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31771-1BFE-47D0-9697-F50A4E63A2AB}">
      <dsp:nvSpPr>
        <dsp:cNvPr id="0" name=""/>
        <dsp:cNvSpPr/>
      </dsp:nvSpPr>
      <dsp:spPr>
        <a:xfrm>
          <a:off x="717610" y="5332"/>
          <a:ext cx="9448115" cy="698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40" tIns="73940" rIns="73940" bIns="739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i="0" kern="1200" baseline="0" dirty="0"/>
            <a:t>Kompatibel mit </a:t>
          </a:r>
          <a:r>
            <a:rPr lang="de-DE" sz="2000" i="0" kern="1200" baseline="0" dirty="0" err="1"/>
            <a:t>BaSyx</a:t>
          </a:r>
          <a:r>
            <a:rPr lang="de-DE" sz="2000" i="0" kern="1200" baseline="0" dirty="0"/>
            <a:t>-Technologien (Java, Spring Boot, Vue) → geringerer Integrationsaufwand</a:t>
          </a:r>
          <a:r>
            <a:rPr lang="de-DE" sz="1700" i="0" kern="1200" baseline="0" dirty="0"/>
            <a:t>.</a:t>
          </a:r>
          <a:endParaRPr lang="en-US" sz="1700" kern="1200" dirty="0"/>
        </a:p>
      </dsp:txBody>
      <dsp:txXfrm>
        <a:off x="717610" y="5332"/>
        <a:ext cx="9448115" cy="698646"/>
      </dsp:txXfrm>
    </dsp:sp>
    <dsp:sp modelId="{5D4B77E6-24F1-4E7E-A97F-830A77638210}">
      <dsp:nvSpPr>
        <dsp:cNvPr id="0" name=""/>
        <dsp:cNvSpPr/>
      </dsp:nvSpPr>
      <dsp:spPr>
        <a:xfrm>
          <a:off x="0" y="878639"/>
          <a:ext cx="10208830" cy="6210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5F7BB-9A6F-4DEE-8167-4E363F769D19}">
      <dsp:nvSpPr>
        <dsp:cNvPr id="0" name=""/>
        <dsp:cNvSpPr/>
      </dsp:nvSpPr>
      <dsp:spPr>
        <a:xfrm>
          <a:off x="187858" y="1018368"/>
          <a:ext cx="341894" cy="341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E152E-2209-4968-B527-D7C7ABEBBFF4}">
      <dsp:nvSpPr>
        <dsp:cNvPr id="0" name=""/>
        <dsp:cNvSpPr/>
      </dsp:nvSpPr>
      <dsp:spPr>
        <a:xfrm>
          <a:off x="717610" y="878639"/>
          <a:ext cx="9448115" cy="698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40" tIns="73940" rIns="73940" bIns="739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i="0" kern="1200" baseline="0"/>
            <a:t>Höhere Produktivität &amp; weniger Fehler durch IDE-Funktionen.</a:t>
          </a:r>
          <a:endParaRPr lang="en-US" sz="2000" kern="1200"/>
        </a:p>
      </dsp:txBody>
      <dsp:txXfrm>
        <a:off x="717610" y="878639"/>
        <a:ext cx="9448115" cy="698646"/>
      </dsp:txXfrm>
    </dsp:sp>
    <dsp:sp modelId="{6CC1A37D-F689-4F7B-9055-82FC0FEEFE53}">
      <dsp:nvSpPr>
        <dsp:cNvPr id="0" name=""/>
        <dsp:cNvSpPr/>
      </dsp:nvSpPr>
      <dsp:spPr>
        <a:xfrm>
          <a:off x="0" y="1751947"/>
          <a:ext cx="10208830" cy="6210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24BE9-F884-4747-9677-C0EA728154EB}">
      <dsp:nvSpPr>
        <dsp:cNvPr id="0" name=""/>
        <dsp:cNvSpPr/>
      </dsp:nvSpPr>
      <dsp:spPr>
        <a:xfrm>
          <a:off x="187858" y="1891676"/>
          <a:ext cx="341894" cy="341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01EF5-06AC-4598-AF49-E562607D3A58}">
      <dsp:nvSpPr>
        <dsp:cNvPr id="0" name=""/>
        <dsp:cNvSpPr/>
      </dsp:nvSpPr>
      <dsp:spPr>
        <a:xfrm>
          <a:off x="717610" y="1751947"/>
          <a:ext cx="9448115" cy="698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40" tIns="73940" rIns="73940" bIns="739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i="0" kern="1200" baseline="0"/>
            <a:t>Einheitliches Setup im Team → einfachere Zusammenarbeit &amp; schnellere Fehlersuche.</a:t>
          </a:r>
          <a:endParaRPr lang="en-US" sz="2000" kern="1200"/>
        </a:p>
      </dsp:txBody>
      <dsp:txXfrm>
        <a:off x="717610" y="1751947"/>
        <a:ext cx="9448115" cy="698646"/>
      </dsp:txXfrm>
    </dsp:sp>
    <dsp:sp modelId="{BA9DD19F-9531-4CCA-A67D-D432D25AA7BA}">
      <dsp:nvSpPr>
        <dsp:cNvPr id="0" name=""/>
        <dsp:cNvSpPr/>
      </dsp:nvSpPr>
      <dsp:spPr>
        <a:xfrm>
          <a:off x="0" y="2625255"/>
          <a:ext cx="10208830" cy="6210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87EB2-9198-424D-B73D-4D65D372FB52}">
      <dsp:nvSpPr>
        <dsp:cNvPr id="0" name=""/>
        <dsp:cNvSpPr/>
      </dsp:nvSpPr>
      <dsp:spPr>
        <a:xfrm>
          <a:off x="187858" y="2764984"/>
          <a:ext cx="341894" cy="341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8B83F-6963-482A-B525-28B0B9849C77}">
      <dsp:nvSpPr>
        <dsp:cNvPr id="0" name=""/>
        <dsp:cNvSpPr/>
      </dsp:nvSpPr>
      <dsp:spPr>
        <a:xfrm>
          <a:off x="717610" y="2625255"/>
          <a:ext cx="9448115" cy="698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40" tIns="73940" rIns="73940" bIns="739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i="0" kern="1200" baseline="0"/>
            <a:t>Unterstützt SE-Standards wie </a:t>
          </a:r>
          <a:r>
            <a:rPr lang="de-DE" sz="2000" i="0" kern="1200" baseline="0" err="1"/>
            <a:t>Testing</a:t>
          </a:r>
          <a:r>
            <a:rPr lang="de-DE" sz="2000" i="0" kern="1200" baseline="0"/>
            <a:t>, Versionierung und CI/CD</a:t>
          </a:r>
          <a:r>
            <a:rPr lang="de-DE" sz="1700" i="0" kern="1200" baseline="0"/>
            <a:t>.</a:t>
          </a:r>
          <a:endParaRPr lang="en-US" sz="1700" kern="1200"/>
        </a:p>
      </dsp:txBody>
      <dsp:txXfrm>
        <a:off x="717610" y="2625255"/>
        <a:ext cx="9448115" cy="698646"/>
      </dsp:txXfrm>
    </dsp:sp>
    <dsp:sp modelId="{564169F1-C1EE-44CB-8008-1DC0DD0B8154}">
      <dsp:nvSpPr>
        <dsp:cNvPr id="0" name=""/>
        <dsp:cNvSpPr/>
      </dsp:nvSpPr>
      <dsp:spPr>
        <a:xfrm>
          <a:off x="0" y="3498562"/>
          <a:ext cx="10208830" cy="6210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EC4C1-E683-435C-AAAC-9ECEA46B039C}">
      <dsp:nvSpPr>
        <dsp:cNvPr id="0" name=""/>
        <dsp:cNvSpPr/>
      </dsp:nvSpPr>
      <dsp:spPr>
        <a:xfrm>
          <a:off x="187858" y="3638292"/>
          <a:ext cx="341894" cy="3415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C83D3-05F1-45E7-BBAB-E9E13E681C54}">
      <dsp:nvSpPr>
        <dsp:cNvPr id="0" name=""/>
        <dsp:cNvSpPr/>
      </dsp:nvSpPr>
      <dsp:spPr>
        <a:xfrm>
          <a:off x="717610" y="3498562"/>
          <a:ext cx="9448115" cy="698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40" tIns="73940" rIns="73940" bIns="739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i="0" kern="1200" baseline="0"/>
            <a:t>Geringeres technisches Risiko dank stabiler Tools und großer Community</a:t>
          </a:r>
          <a:r>
            <a:rPr lang="de-DE" sz="1700" i="0" kern="1200" baseline="0"/>
            <a:t>.</a:t>
          </a:r>
          <a:endParaRPr lang="en-US" sz="1700" kern="1200"/>
        </a:p>
      </dsp:txBody>
      <dsp:txXfrm>
        <a:off x="717610" y="3498562"/>
        <a:ext cx="9448115" cy="698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2729DE-C1F5-4808-A086-DCC52A0C776E}">
      <dsp:nvSpPr>
        <dsp:cNvPr id="0" name=""/>
        <dsp:cNvSpPr/>
      </dsp:nvSpPr>
      <dsp:spPr>
        <a:xfrm>
          <a:off x="0" y="380"/>
          <a:ext cx="10496007" cy="8899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272974-5AFB-4C23-AAFB-1D594DBE1CFA}">
      <dsp:nvSpPr>
        <dsp:cNvPr id="0" name=""/>
        <dsp:cNvSpPr/>
      </dsp:nvSpPr>
      <dsp:spPr>
        <a:xfrm>
          <a:off x="269201" y="200612"/>
          <a:ext cx="489457" cy="4894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22E0E-8DA3-43C3-940C-D2B1B5AE1492}">
      <dsp:nvSpPr>
        <dsp:cNvPr id="0" name=""/>
        <dsp:cNvSpPr/>
      </dsp:nvSpPr>
      <dsp:spPr>
        <a:xfrm>
          <a:off x="1027860" y="380"/>
          <a:ext cx="9468146" cy="88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83" tIns="94183" rIns="94183" bIns="9418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i="0" kern="1200" baseline="0"/>
            <a:t>Nutzung des bestehenden BasyxService als zentrale API-Schnittstelle</a:t>
          </a:r>
          <a:endParaRPr lang="en-US" sz="2300" kern="1200"/>
        </a:p>
      </dsp:txBody>
      <dsp:txXfrm>
        <a:off x="1027860" y="380"/>
        <a:ext cx="9468146" cy="889922"/>
      </dsp:txXfrm>
    </dsp:sp>
    <dsp:sp modelId="{E512195B-1497-4624-9348-825FA9E069BD}">
      <dsp:nvSpPr>
        <dsp:cNvPr id="0" name=""/>
        <dsp:cNvSpPr/>
      </dsp:nvSpPr>
      <dsp:spPr>
        <a:xfrm>
          <a:off x="0" y="1112783"/>
          <a:ext cx="10496007" cy="8899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6EC39F-2315-4AA6-86C5-A4C25AB0CBA1}">
      <dsp:nvSpPr>
        <dsp:cNvPr id="0" name=""/>
        <dsp:cNvSpPr/>
      </dsp:nvSpPr>
      <dsp:spPr>
        <a:xfrm>
          <a:off x="269201" y="1313016"/>
          <a:ext cx="489457" cy="4894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345FC-D80A-4235-83EC-180E38D2AFB4}">
      <dsp:nvSpPr>
        <dsp:cNvPr id="0" name=""/>
        <dsp:cNvSpPr/>
      </dsp:nvSpPr>
      <dsp:spPr>
        <a:xfrm>
          <a:off x="1027860" y="1112783"/>
          <a:ext cx="9468146" cy="88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83" tIns="94183" rIns="94183" bIns="9418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i="0" kern="1200" baseline="0"/>
            <a:t>Komponentenbasiertes Whitebox-Design, klar getrennte Verantwortlichkeiten</a:t>
          </a:r>
          <a:endParaRPr lang="en-US" sz="2300" kern="1200"/>
        </a:p>
      </dsp:txBody>
      <dsp:txXfrm>
        <a:off x="1027860" y="1112783"/>
        <a:ext cx="9468146" cy="889922"/>
      </dsp:txXfrm>
    </dsp:sp>
    <dsp:sp modelId="{223CB8CB-E7E3-45F9-8141-BE2E030FDD08}">
      <dsp:nvSpPr>
        <dsp:cNvPr id="0" name=""/>
        <dsp:cNvSpPr/>
      </dsp:nvSpPr>
      <dsp:spPr>
        <a:xfrm>
          <a:off x="0" y="2225187"/>
          <a:ext cx="10496007" cy="8899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0CB75-B9BA-4AEA-B5F1-09196FEF429F}">
      <dsp:nvSpPr>
        <dsp:cNvPr id="0" name=""/>
        <dsp:cNvSpPr/>
      </dsp:nvSpPr>
      <dsp:spPr>
        <a:xfrm>
          <a:off x="269201" y="2425419"/>
          <a:ext cx="489457" cy="4894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17D3D-8CED-4A9E-AB8C-55BB53D3D836}">
      <dsp:nvSpPr>
        <dsp:cNvPr id="0" name=""/>
        <dsp:cNvSpPr/>
      </dsp:nvSpPr>
      <dsp:spPr>
        <a:xfrm>
          <a:off x="1027860" y="2225187"/>
          <a:ext cx="9468146" cy="88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83" tIns="94183" rIns="94183" bIns="9418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i="0" kern="1200" baseline="0"/>
            <a:t>Dokumentation &amp; Diagramme vollständig in PlantUML für Versionierbarkeit</a:t>
          </a:r>
          <a:endParaRPr lang="en-US" sz="2300" kern="1200"/>
        </a:p>
      </dsp:txBody>
      <dsp:txXfrm>
        <a:off x="1027860" y="2225187"/>
        <a:ext cx="9468146" cy="8899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FF768-C3A2-4D17-B4CF-F72D9555D783}">
      <dsp:nvSpPr>
        <dsp:cNvPr id="0" name=""/>
        <dsp:cNvSpPr/>
      </dsp:nvSpPr>
      <dsp:spPr>
        <a:xfrm>
          <a:off x="0" y="3217"/>
          <a:ext cx="11029951" cy="6852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E6F35-51D3-401C-A9B5-2634825A483A}">
      <dsp:nvSpPr>
        <dsp:cNvPr id="0" name=""/>
        <dsp:cNvSpPr/>
      </dsp:nvSpPr>
      <dsp:spPr>
        <a:xfrm>
          <a:off x="207292" y="157401"/>
          <a:ext cx="376895" cy="3768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F07EC-64D3-4C04-A81A-5EA00807E598}">
      <dsp:nvSpPr>
        <dsp:cNvPr id="0" name=""/>
        <dsp:cNvSpPr/>
      </dsp:nvSpPr>
      <dsp:spPr>
        <a:xfrm>
          <a:off x="791479" y="3217"/>
          <a:ext cx="10238471" cy="685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524" tIns="72524" rIns="72524" bIns="725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i="0" kern="1200" baseline="0"/>
            <a:t>Funktionserweiterungen finalisieren und umfassend testen</a:t>
          </a:r>
          <a:endParaRPr lang="en-US" sz="1900" kern="1200"/>
        </a:p>
      </dsp:txBody>
      <dsp:txXfrm>
        <a:off x="791479" y="3217"/>
        <a:ext cx="10238471" cy="685263"/>
      </dsp:txXfrm>
    </dsp:sp>
    <dsp:sp modelId="{B7A5C65A-EBFA-48DE-8353-018D867E8E4A}">
      <dsp:nvSpPr>
        <dsp:cNvPr id="0" name=""/>
        <dsp:cNvSpPr/>
      </dsp:nvSpPr>
      <dsp:spPr>
        <a:xfrm>
          <a:off x="0" y="859796"/>
          <a:ext cx="11029951" cy="6852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E88A22-ABFB-49F3-9D34-C4B84670BFFA}">
      <dsp:nvSpPr>
        <dsp:cNvPr id="0" name=""/>
        <dsp:cNvSpPr/>
      </dsp:nvSpPr>
      <dsp:spPr>
        <a:xfrm>
          <a:off x="207292" y="1013981"/>
          <a:ext cx="376895" cy="3768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491DD-5038-40CD-9655-90E59B7BACFF}">
      <dsp:nvSpPr>
        <dsp:cNvPr id="0" name=""/>
        <dsp:cNvSpPr/>
      </dsp:nvSpPr>
      <dsp:spPr>
        <a:xfrm>
          <a:off x="791479" y="859796"/>
          <a:ext cx="10238471" cy="685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524" tIns="72524" rIns="72524" bIns="725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i="0" kern="1200" baseline="0"/>
            <a:t>Sortier-, Filter- und Nameplate-Funktionen produktreif implementieren</a:t>
          </a:r>
          <a:endParaRPr lang="en-US" sz="1900" kern="1200"/>
        </a:p>
      </dsp:txBody>
      <dsp:txXfrm>
        <a:off x="791479" y="859796"/>
        <a:ext cx="10238471" cy="685263"/>
      </dsp:txXfrm>
    </dsp:sp>
    <dsp:sp modelId="{7E5F22D9-4EFF-4927-A0B2-7336DCE3A75C}">
      <dsp:nvSpPr>
        <dsp:cNvPr id="0" name=""/>
        <dsp:cNvSpPr/>
      </dsp:nvSpPr>
      <dsp:spPr>
        <a:xfrm>
          <a:off x="0" y="1716376"/>
          <a:ext cx="11029951" cy="6852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C4710E-41FE-4916-B7EB-5F84EAC500A9}">
      <dsp:nvSpPr>
        <dsp:cNvPr id="0" name=""/>
        <dsp:cNvSpPr/>
      </dsp:nvSpPr>
      <dsp:spPr>
        <a:xfrm>
          <a:off x="207292" y="1870560"/>
          <a:ext cx="376895" cy="3768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06A91-4181-419F-AFF5-05F04A6ADC6D}">
      <dsp:nvSpPr>
        <dsp:cNvPr id="0" name=""/>
        <dsp:cNvSpPr/>
      </dsp:nvSpPr>
      <dsp:spPr>
        <a:xfrm>
          <a:off x="791479" y="1716376"/>
          <a:ext cx="10238471" cy="685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524" tIns="72524" rIns="72524" bIns="725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i="0" kern="1200" baseline="0"/>
            <a:t>Bereitstellung der Erweiterung auf einem öffentlichen Demo-Server</a:t>
          </a:r>
          <a:endParaRPr lang="en-US" sz="1900" kern="1200"/>
        </a:p>
      </dsp:txBody>
      <dsp:txXfrm>
        <a:off x="791479" y="1716376"/>
        <a:ext cx="10238471" cy="685263"/>
      </dsp:txXfrm>
    </dsp:sp>
    <dsp:sp modelId="{8292FB6D-4022-485A-B5C7-D9DF4361BD53}">
      <dsp:nvSpPr>
        <dsp:cNvPr id="0" name=""/>
        <dsp:cNvSpPr/>
      </dsp:nvSpPr>
      <dsp:spPr>
        <a:xfrm>
          <a:off x="0" y="2572956"/>
          <a:ext cx="11029951" cy="6852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22D97-1418-489F-AE21-F97EBC02ADCC}">
      <dsp:nvSpPr>
        <dsp:cNvPr id="0" name=""/>
        <dsp:cNvSpPr/>
      </dsp:nvSpPr>
      <dsp:spPr>
        <a:xfrm>
          <a:off x="207292" y="2727140"/>
          <a:ext cx="376895" cy="3768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33B10-3117-4212-B5D1-EF8AB5D22E12}">
      <dsp:nvSpPr>
        <dsp:cNvPr id="0" name=""/>
        <dsp:cNvSpPr/>
      </dsp:nvSpPr>
      <dsp:spPr>
        <a:xfrm>
          <a:off x="791479" y="2572956"/>
          <a:ext cx="10238471" cy="685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524" tIns="72524" rIns="72524" bIns="725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i="0" kern="1200" baseline="0"/>
            <a:t>Erstellung einer vollständigen, strukturierten Online-Dokumentation</a:t>
          </a:r>
          <a:endParaRPr lang="en-US" sz="1900" kern="1200"/>
        </a:p>
      </dsp:txBody>
      <dsp:txXfrm>
        <a:off x="791479" y="2572956"/>
        <a:ext cx="10238471" cy="685263"/>
      </dsp:txXfrm>
    </dsp:sp>
    <dsp:sp modelId="{E1C6AE48-B40D-4044-B38A-292C50E1B6FE}">
      <dsp:nvSpPr>
        <dsp:cNvPr id="0" name=""/>
        <dsp:cNvSpPr/>
      </dsp:nvSpPr>
      <dsp:spPr>
        <a:xfrm>
          <a:off x="0" y="3429536"/>
          <a:ext cx="11029951" cy="6852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46A9B-3FB6-4E23-90DF-B07FECD97941}">
      <dsp:nvSpPr>
        <dsp:cNvPr id="0" name=""/>
        <dsp:cNvSpPr/>
      </dsp:nvSpPr>
      <dsp:spPr>
        <a:xfrm>
          <a:off x="207292" y="3583720"/>
          <a:ext cx="376895" cy="3768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118AC-A579-4ADA-81CE-AE21E3BDDBE2}">
      <dsp:nvSpPr>
        <dsp:cNvPr id="0" name=""/>
        <dsp:cNvSpPr/>
      </dsp:nvSpPr>
      <dsp:spPr>
        <a:xfrm>
          <a:off x="791479" y="3429536"/>
          <a:ext cx="10238471" cy="685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524" tIns="72524" rIns="72524" bIns="725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i="0" kern="1200" baseline="0"/>
            <a:t>Abstimmung und Integration der Lösung im BaSyx Open-Source-Projekt</a:t>
          </a:r>
          <a:endParaRPr lang="en-US" sz="1900" kern="1200"/>
        </a:p>
      </dsp:txBody>
      <dsp:txXfrm>
        <a:off x="791479" y="3429536"/>
        <a:ext cx="10238471" cy="6852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9F256-D23A-41B8-B133-72B62F19C701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6B271-4ECF-4FD3-87F2-DC94534864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3333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B244-CF8F-4E1D-B0A8-DF9876A51E15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2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0A7-976D-483A-91A9-C1ABFC4FE7C4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0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6754-4926-4444-A0C4-713882F01564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11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3DD8-F690-4161-B106-9CB2778606A1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0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3462-80CB-4342-8D7B-16D21E374684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6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4A0B9-349C-4B03-8969-7CD9EA0A2A26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2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D6EF-EC76-4E7B-9400-2A42D3AA53A4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2E7B0-C0F3-4BEE-803D-8C25DE1A4A6B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7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08D9-013F-43FD-9E61-DB0C36D25323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6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C4DCC-2B5F-492C-90DE-DDB2A0433ADD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2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EA0E-616F-4F50-B4B0-83A857698920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96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337328AA-1F07-4884-ADF6-E7018E5303FB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53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2050FD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D_D3317F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12" Type="http://schemas.openxmlformats.org/officeDocument/2006/relationships/hyperlink" Target="https://github.com/Skullman-G" TargetMode="External"/><Relationship Id="rId2" Type="http://schemas.microsoft.com/office/2018/10/relationships/comments" Target="../comments/modernComment_101_517D27A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hyperlink" Target="https://github.com/xyzyx4546" TargetMode="External"/><Relationship Id="rId5" Type="http://schemas.openxmlformats.org/officeDocument/2006/relationships/image" Target="../media/image4.jpeg"/><Relationship Id="rId10" Type="http://schemas.openxmlformats.org/officeDocument/2006/relationships/hyperlink" Target="https://github.com/DJSkyRoad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github.com/amon1220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atti2603" TargetMode="External"/><Relationship Id="rId3" Type="http://schemas.openxmlformats.org/officeDocument/2006/relationships/image" Target="../media/image8.jpeg"/><Relationship Id="rId7" Type="http://schemas.openxmlformats.org/officeDocument/2006/relationships/hyperlink" Target="https://github.com/Laszlo2025" TargetMode="External"/><Relationship Id="rId2" Type="http://schemas.microsoft.com/office/2018/10/relationships/comments" Target="../comments/modernComment_10E_75F7A8DA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anujpg" TargetMode="External"/><Relationship Id="rId11" Type="http://schemas.openxmlformats.org/officeDocument/2006/relationships/image" Target="../media/image2.png"/><Relationship Id="rId5" Type="http://schemas.openxmlformats.org/officeDocument/2006/relationships/image" Target="../media/image10.png"/><Relationship Id="rId10" Type="http://schemas.openxmlformats.org/officeDocument/2006/relationships/image" Target="../media/image1.png"/><Relationship Id="rId4" Type="http://schemas.openxmlformats.org/officeDocument/2006/relationships/image" Target="../media/image9.jpe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microsoft.com/office/2018/10/relationships/comments" Target="../comments/modernComment_10F_4268254F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microsoft.com/office/2018/10/relationships/comments" Target="../comments/modernComment_108_3A96A7BE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110_569794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B_3A49E80A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4_45239BC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A_1B5671D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8/10/relationships/comments" Target="../comments/modernComment_105_ECC635EB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9_916E76C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8/10/relationships/comments" Target="../comments/modernComment_106_FCC0171D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5_BF187EFC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7_EED6DEA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microsoft.com/office/2018/10/relationships/comments" Target="../comments/modernComment_10C_BF8FF7CB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microsoft.com/office/2018/10/relationships/comments" Target="../comments/modernComment_111_AAA17F9A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microsoft.com/office/2018/10/relationships/comments" Target="../comments/modernComment_112_76981FBE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microsoft.com/office/2018/10/relationships/comments" Target="../comments/modernComment_113_BDEEE0B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7_3D5BB7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4.xml"/><Relationship Id="rId2" Type="http://schemas.microsoft.com/office/2018/10/relationships/comments" Target="../comments/modernComment_116_8C07BA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C36DAA-8C28-2D19-BC59-D16BEB319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529" y="1987347"/>
            <a:ext cx="8958942" cy="3041260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de-DE" sz="4400" b="1" err="1"/>
              <a:t>BaSyx</a:t>
            </a:r>
            <a:r>
              <a:rPr lang="de-DE" sz="4400" b="1"/>
              <a:t> Viewer Plugin Extension -</a:t>
            </a:r>
            <a:br>
              <a:rPr lang="de-DE" sz="4400" b="1"/>
            </a:br>
            <a:r>
              <a:rPr lang="de-DE" sz="4400" b="1"/>
              <a:t>DHBW Stuttgart – Team 2 </a:t>
            </a:r>
            <a:br>
              <a:rPr lang="de-DE" sz="4000"/>
            </a:br>
            <a:br>
              <a:rPr lang="de-DE" sz="3600"/>
            </a:br>
            <a:endParaRPr lang="de-DE" sz="36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165550-5F89-D021-75D5-8991DF7C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6564" y="4490100"/>
            <a:ext cx="8298873" cy="1282843"/>
          </a:xfrm>
        </p:spPr>
        <p:txBody>
          <a:bodyPr anchor="t">
            <a:normAutofit/>
          </a:bodyPr>
          <a:lstStyle/>
          <a:p>
            <a:pPr algn="ctr"/>
            <a:endParaRPr lang="de-DE" sz="2400"/>
          </a:p>
        </p:txBody>
      </p:sp>
      <p:cxnSp>
        <p:nvCxnSpPr>
          <p:cNvPr id="24" name="Straight Connector 17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DFA40441-AE3F-0922-D2C6-3EA586078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C396F01-1A76-8E0B-3B43-3A1522BB1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83" y="158501"/>
            <a:ext cx="3545478" cy="81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786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B90BB-3DE9-45E4-7A4C-7FFF22B0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995B79-535E-8C23-8F8D-8F6609EC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15239"/>
            <a:ext cx="10890928" cy="408439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Vorstellung des Teams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Ausgangssituation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Projektplan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Business Case – Warum investieren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Customer 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Specification</a:t>
            </a:r>
            <a:r>
              <a:rPr lang="de-DE" dirty="0"/>
              <a:t> – Was will der Kunde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Software 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Specification</a:t>
            </a:r>
            <a:r>
              <a:rPr lang="de-DE" dirty="0"/>
              <a:t> – Wie soll die Software funktionieren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System Architecture </a:t>
            </a:r>
            <a:r>
              <a:rPr lang="de-DE" dirty="0" err="1"/>
              <a:t>Specification</a:t>
            </a:r>
            <a:r>
              <a:rPr lang="de-DE" dirty="0"/>
              <a:t> – Technischer Aufbau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Demo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Ausblick</a:t>
            </a:r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BA08F2-9255-CED7-C78E-D9D544D95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2</a:t>
            </a:fld>
            <a:endParaRPr lang="en-US" sz="160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136DBAB-F06B-AB80-8DB1-30A26ECB7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B8E01F1-B577-B4B7-3B16-8A911414D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82" y="82259"/>
            <a:ext cx="3671207" cy="8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364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67CCB-2E16-BF0B-FC8E-D1D89720F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1. Vorstellung - Team &amp; Rollen</a:t>
            </a:r>
            <a:br>
              <a:rPr lang="de-DE"/>
            </a:br>
            <a:endParaRPr lang="de-DE"/>
          </a:p>
        </p:txBody>
      </p:sp>
      <p:pic>
        <p:nvPicPr>
          <p:cNvPr id="5" name="Picture 2" descr="image">
            <a:extLst>
              <a:ext uri="{FF2B5EF4-FFF2-40B4-BE49-F238E27FC236}">
                <a16:creationId xmlns:a16="http://schemas.microsoft.com/office/drawing/2014/main" id="{68DE6C9B-7BE6-3964-B549-D0C906F21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07" y="292665"/>
            <a:ext cx="2879348" cy="60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BBB1271-4A5B-CBEC-D8C4-24A79F5A3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C42C8D-374A-35E8-89CF-F57ED2D6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3</a:t>
            </a:fld>
            <a:endParaRPr lang="en-US" sz="1600"/>
          </a:p>
        </p:txBody>
      </p:sp>
      <p:pic>
        <p:nvPicPr>
          <p:cNvPr id="8" name="Picture 2" descr="image">
            <a:extLst>
              <a:ext uri="{FF2B5EF4-FFF2-40B4-BE49-F238E27FC236}">
                <a16:creationId xmlns:a16="http://schemas.microsoft.com/office/drawing/2014/main" id="{6293DEC8-29B0-D759-F3F4-63D58C5A6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07" y="292665"/>
            <a:ext cx="3253922" cy="67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B8F6D4D8-4B89-F6DB-54EB-F524B9325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70649"/>
              </p:ext>
            </p:extLst>
          </p:nvPr>
        </p:nvGraphicFramePr>
        <p:xfrm>
          <a:off x="841075" y="2087039"/>
          <a:ext cx="10509849" cy="4263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822">
                  <a:extLst>
                    <a:ext uri="{9D8B030D-6E8A-4147-A177-3AD203B41FA5}">
                      <a16:colId xmlns:a16="http://schemas.microsoft.com/office/drawing/2014/main" val="3201770366"/>
                    </a:ext>
                  </a:extLst>
                </a:gridCol>
                <a:gridCol w="2118757">
                  <a:extLst>
                    <a:ext uri="{9D8B030D-6E8A-4147-A177-3AD203B41FA5}">
                      <a16:colId xmlns:a16="http://schemas.microsoft.com/office/drawing/2014/main" val="2691399130"/>
                    </a:ext>
                  </a:extLst>
                </a:gridCol>
                <a:gridCol w="2118757">
                  <a:extLst>
                    <a:ext uri="{9D8B030D-6E8A-4147-A177-3AD203B41FA5}">
                      <a16:colId xmlns:a16="http://schemas.microsoft.com/office/drawing/2014/main" val="2479351081"/>
                    </a:ext>
                  </a:extLst>
                </a:gridCol>
                <a:gridCol w="1814805">
                  <a:extLst>
                    <a:ext uri="{9D8B030D-6E8A-4147-A177-3AD203B41FA5}">
                      <a16:colId xmlns:a16="http://schemas.microsoft.com/office/drawing/2014/main" val="1830540700"/>
                    </a:ext>
                  </a:extLst>
                </a:gridCol>
                <a:gridCol w="2422708">
                  <a:extLst>
                    <a:ext uri="{9D8B030D-6E8A-4147-A177-3AD203B41FA5}">
                      <a16:colId xmlns:a16="http://schemas.microsoft.com/office/drawing/2014/main" val="3069231785"/>
                    </a:ext>
                  </a:extLst>
                </a:gridCol>
              </a:tblGrid>
              <a:tr h="2234418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blipFill dpi="0" rotWithShape="1">
                      <a:blip r:embed="rId5"/>
                      <a:srcRect/>
                      <a:stretch>
                        <a:fillRect l="-4000" r="-4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blipFill dpi="0" rotWithShape="1">
                      <a:blip r:embed="rId6"/>
                      <a:srcRect/>
                      <a:stretch>
                        <a:fillRect t="-14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blipFill>
                      <a:blip r:embed="rId7"/>
                      <a:stretch>
                        <a:fillRect t="-14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27037198"/>
                  </a:ext>
                </a:extLst>
              </a:tr>
              <a:tr h="718092">
                <a:tc>
                  <a:txBody>
                    <a:bodyPr/>
                    <a:lstStyle/>
                    <a:p>
                      <a:r>
                        <a:rPr lang="de-DE" sz="2000" b="1"/>
                        <a:t>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Amon Rizzo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Jakob Pauls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David Ehrhardt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Mattis Weigold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633648"/>
                  </a:ext>
                </a:extLst>
              </a:tr>
              <a:tr h="718092">
                <a:tc>
                  <a:txBody>
                    <a:bodyPr/>
                    <a:lstStyle/>
                    <a:p>
                      <a:r>
                        <a:rPr lang="de-DE" sz="2000" b="1"/>
                        <a:t>Rolle: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/>
                        <a:t>Produktmanager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Systemarchitekt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Systemarchitekt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/>
                        <a:t>Testmanager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754509"/>
                  </a:ext>
                </a:extLst>
              </a:tr>
              <a:tr h="592692">
                <a:tc>
                  <a:txBody>
                    <a:bodyPr/>
                    <a:lstStyle/>
                    <a:p>
                      <a:r>
                        <a:rPr lang="de-DE" sz="2000" b="1"/>
                        <a:t>GitHub-Account: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amon1220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u="sng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DJSkyRoad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xyzyx4546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u="sng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Skullman-G</a:t>
                      </a:r>
                      <a:r>
                        <a:rPr lang="de-DE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53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1566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F1CD5-4F7F-B996-8818-B22139C8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BCC10-E09F-89F9-391A-BF8B06D90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1. Vorstellung - Team &amp; Rollen</a:t>
            </a:r>
            <a:br>
              <a:rPr lang="de-DE"/>
            </a:br>
            <a:endParaRPr lang="de-DE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813A4755-FC8A-D43D-F7D8-0DAB183BD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8218063"/>
              </p:ext>
            </p:extLst>
          </p:nvPr>
        </p:nvGraphicFramePr>
        <p:xfrm>
          <a:off x="639625" y="2170919"/>
          <a:ext cx="10063080" cy="39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7641">
                  <a:extLst>
                    <a:ext uri="{9D8B030D-6E8A-4147-A177-3AD203B41FA5}">
                      <a16:colId xmlns:a16="http://schemas.microsoft.com/office/drawing/2014/main" val="706125627"/>
                    </a:ext>
                  </a:extLst>
                </a:gridCol>
                <a:gridCol w="2553890">
                  <a:extLst>
                    <a:ext uri="{9D8B030D-6E8A-4147-A177-3AD203B41FA5}">
                      <a16:colId xmlns:a16="http://schemas.microsoft.com/office/drawing/2014/main" val="3354626871"/>
                    </a:ext>
                  </a:extLst>
                </a:gridCol>
                <a:gridCol w="2638590">
                  <a:extLst>
                    <a:ext uri="{9D8B030D-6E8A-4147-A177-3AD203B41FA5}">
                      <a16:colId xmlns:a16="http://schemas.microsoft.com/office/drawing/2014/main" val="2889306851"/>
                    </a:ext>
                  </a:extLst>
                </a:gridCol>
                <a:gridCol w="2722959">
                  <a:extLst>
                    <a:ext uri="{9D8B030D-6E8A-4147-A177-3AD203B41FA5}">
                      <a16:colId xmlns:a16="http://schemas.microsoft.com/office/drawing/2014/main" val="1238156542"/>
                    </a:ext>
                  </a:extLst>
                </a:gridCol>
              </a:tblGrid>
              <a:tr h="254430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blipFill dpi="0" rotWithShape="1">
                      <a:blip r:embed="rId3"/>
                      <a:srcRect/>
                      <a:stretch>
                        <a:fillRect l="2000" r="2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blipFill dpi="0" rotWithShape="1">
                      <a:blip r:embed="rId4"/>
                      <a:srcRect/>
                      <a:stretch>
                        <a:fillRect l="5000" t="-11000" r="6000" b="-23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blipFill dpi="0" rotWithShape="1">
                      <a:blip r:embed="rId5"/>
                      <a:srcRect/>
                      <a:stretch>
                        <a:fillRect l="3000" r="30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385944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b="1"/>
                        <a:t>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Manuel </a:t>
                      </a:r>
                      <a:r>
                        <a:rPr lang="de-DE" err="1"/>
                        <a:t>Sposato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Laszlo Engemann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Matti Frey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0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b="1"/>
                        <a:t>Rolle: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Projektleiter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Technische Dokumentation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/>
                        <a:t>Technische Dokumentation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927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b="1"/>
                        <a:t>GitHub-Account: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Manujpg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Laszlo2025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Matti2603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370709"/>
                  </a:ext>
                </a:extLst>
              </a:tr>
            </a:tbl>
          </a:graphicData>
        </a:graphic>
      </p:graphicFrame>
      <p:pic>
        <p:nvPicPr>
          <p:cNvPr id="5" name="Picture 2" descr="image">
            <a:extLst>
              <a:ext uri="{FF2B5EF4-FFF2-40B4-BE49-F238E27FC236}">
                <a16:creationId xmlns:a16="http://schemas.microsoft.com/office/drawing/2014/main" id="{86CF6921-B250-9033-CC59-C579CA0DB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07" y="292665"/>
            <a:ext cx="2879348" cy="60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6568468-76BF-0700-839B-E4B74A84F7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62264D-A182-D691-8D3D-142429B7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4</a:t>
            </a:fld>
            <a:endParaRPr lang="en-US" sz="160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819C6E0-C6E0-690A-B3F9-4644C9F2A0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648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7FD67-E2FA-04B3-6897-E21070AA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93345"/>
            <a:ext cx="10890929" cy="1097280"/>
          </a:xfrm>
        </p:spPr>
        <p:txBody>
          <a:bodyPr/>
          <a:lstStyle/>
          <a:p>
            <a:r>
              <a:rPr lang="de-DE"/>
              <a:t>2. Ausgangssituation</a:t>
            </a:r>
          </a:p>
        </p:txBody>
      </p:sp>
      <p:pic>
        <p:nvPicPr>
          <p:cNvPr id="7" name="Inhaltsplatzhalt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965D2E-0B0F-7620-E5DD-15DEE4596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8026" y="1659529"/>
            <a:ext cx="6889312" cy="4806585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FC3565-B0F7-EB0B-6761-ACBC5291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5</a:t>
            </a:fld>
            <a:endParaRPr lang="en-US"/>
          </a:p>
        </p:txBody>
      </p:sp>
      <p:pic>
        <p:nvPicPr>
          <p:cNvPr id="5" name="Picture 2" descr="image">
            <a:extLst>
              <a:ext uri="{FF2B5EF4-FFF2-40B4-BE49-F238E27FC236}">
                <a16:creationId xmlns:a16="http://schemas.microsoft.com/office/drawing/2014/main" id="{C300BB8D-0FE0-5A00-5BAC-E0738EE76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07" y="292665"/>
            <a:ext cx="3253922" cy="67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373E8C0-15AA-119F-6AA2-A84547192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5A21AAC-E460-09F2-FE2A-BEFCABA9A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5822" y="2109003"/>
            <a:ext cx="4260911" cy="75496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60CCFE0-D8D3-8FED-C2AC-F6FA6991378A}"/>
              </a:ext>
            </a:extLst>
          </p:cNvPr>
          <p:cNvSpPr txBox="1"/>
          <p:nvPr/>
        </p:nvSpPr>
        <p:spPr>
          <a:xfrm>
            <a:off x="416565" y="6506255"/>
            <a:ext cx="7119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/>
              <a:t>Abbildung 1: Screenshot </a:t>
            </a:r>
            <a:r>
              <a:rPr lang="de-DE" sz="1400" i="1" err="1"/>
              <a:t>BaSyx</a:t>
            </a:r>
            <a:r>
              <a:rPr lang="de-DE" sz="1400" i="1"/>
              <a:t> Viewer vor Änderungen (Screenshot, 2025)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B93E10F-B51B-6562-3649-FBA44B6CE178}"/>
              </a:ext>
            </a:extLst>
          </p:cNvPr>
          <p:cNvSpPr txBox="1"/>
          <p:nvPr/>
        </p:nvSpPr>
        <p:spPr>
          <a:xfrm>
            <a:off x="7535823" y="3429000"/>
            <a:ext cx="4260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/>
              <a:t>Abbildung 2: Screenshot </a:t>
            </a:r>
            <a:r>
              <a:rPr lang="de-DE" sz="1400" i="1" err="1"/>
              <a:t>BaSyx</a:t>
            </a:r>
            <a:r>
              <a:rPr lang="de-DE" sz="1400" i="1"/>
              <a:t> </a:t>
            </a:r>
            <a:r>
              <a:rPr lang="de-DE" sz="1400" i="1" err="1"/>
              <a:t>Searchbar</a:t>
            </a:r>
            <a:r>
              <a:rPr lang="de-DE" sz="1400" i="1"/>
              <a:t> vor Änderungen (Screenshot, 2025)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802681D-F66D-9404-7674-3A2249E3BF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215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80EBDD-A605-EABA-ADA8-8925AB26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20699"/>
            <a:ext cx="10890929" cy="5241816"/>
          </a:xfrm>
        </p:spPr>
        <p:txBody>
          <a:bodyPr>
            <a:normAutofit/>
          </a:bodyPr>
          <a:lstStyle/>
          <a:p>
            <a:r>
              <a:rPr lang="de-DE" b="0"/>
              <a:t>3. Work Breakdown </a:t>
            </a:r>
            <a:r>
              <a:rPr lang="de-DE" b="0" err="1"/>
              <a:t>Structure</a:t>
            </a:r>
            <a:endParaRPr lang="de-DE" b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E822E69-2226-CAB5-09FC-4C49AE37F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AC5BD6-10FB-B8DB-1DE2-DC37C635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6</a:t>
            </a:fld>
            <a:endParaRPr lang="en-US" sz="100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770F4252-E0E0-BFAE-F7C1-5B8FB5F94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12539" t="2061" b="30758"/>
          <a:stretch>
            <a:fillRect/>
          </a:stretch>
        </p:blipFill>
        <p:spPr>
          <a:xfrm>
            <a:off x="161307" y="1959957"/>
            <a:ext cx="2297234" cy="377734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3BDE8D1-DFC9-0A0D-2790-204675175F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60" r="5189"/>
          <a:stretch>
            <a:fillRect/>
          </a:stretch>
        </p:blipFill>
        <p:spPr>
          <a:xfrm>
            <a:off x="2458541" y="1952422"/>
            <a:ext cx="2374627" cy="346860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D5C04FF-02BF-CF67-B8C7-38E21659E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2870" y="1952421"/>
            <a:ext cx="2801968" cy="34686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9379622-B729-1D37-0145-64DABEC9C4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4839" y="1952422"/>
            <a:ext cx="4462179" cy="3468606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45FB9C41-B859-6469-D643-31497289BFF4}"/>
              </a:ext>
            </a:extLst>
          </p:cNvPr>
          <p:cNvSpPr txBox="1"/>
          <p:nvPr/>
        </p:nvSpPr>
        <p:spPr>
          <a:xfrm>
            <a:off x="3300840" y="5719412"/>
            <a:ext cx="6625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/>
              <a:t>Abbildung 3: Work Breakdown </a:t>
            </a:r>
            <a:r>
              <a:rPr lang="de-DE" sz="1600" i="1" err="1"/>
              <a:t>Structure</a:t>
            </a:r>
            <a:r>
              <a:rPr lang="de-DE" sz="1600" i="1"/>
              <a:t> (Eigenfertigung, 2025)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ECA34AE-F26E-DBC9-C679-EF399D2958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307" y="86089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518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8AA04-07FB-4510-8199-232365BFB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01762"/>
            <a:ext cx="10890929" cy="1184817"/>
          </a:xfrm>
        </p:spPr>
        <p:txBody>
          <a:bodyPr>
            <a:normAutofit fontScale="90000"/>
          </a:bodyPr>
          <a:lstStyle/>
          <a:p>
            <a:r>
              <a:rPr lang="de-DE"/>
              <a:t>3. Gantt-Diagramm		</a:t>
            </a:r>
            <a:br>
              <a:rPr lang="de-DE"/>
            </a:br>
            <a:br>
              <a:rPr lang="de-DE"/>
            </a:b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8DD6F9-AC74-B2B2-8A91-15DF75A3E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D505EE-8AA8-BB3C-9528-24888482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7</a:t>
            </a:fld>
            <a:endParaRPr lang="en-US" sz="1600"/>
          </a:p>
        </p:txBody>
      </p:sp>
      <p:pic>
        <p:nvPicPr>
          <p:cNvPr id="6" name="Inhaltsplatzhalter 9" descr="adsad">
            <a:extLst>
              <a:ext uri="{FF2B5EF4-FFF2-40B4-BE49-F238E27FC236}">
                <a16:creationId xmlns:a16="http://schemas.microsoft.com/office/drawing/2014/main" id="{BA204977-F7B6-4F03-AF6C-4568D32875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28"/>
          <a:stretch>
            <a:fillRect/>
          </a:stretch>
        </p:blipFill>
        <p:spPr>
          <a:xfrm>
            <a:off x="461800" y="1600189"/>
            <a:ext cx="11247488" cy="467073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57F0A19-6FB4-06FC-146D-5E93A9D9B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DFE2085-2B82-A646-C0CE-2BA53A97434D}"/>
              </a:ext>
            </a:extLst>
          </p:cNvPr>
          <p:cNvSpPr txBox="1"/>
          <p:nvPr/>
        </p:nvSpPr>
        <p:spPr>
          <a:xfrm>
            <a:off x="3300840" y="6329243"/>
            <a:ext cx="6625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/>
              <a:t>Abbildung 4: Gantt-Diagramm (Eigenfertigung, 2025)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B49BE51-22A3-BD8C-19CB-51FD4BDBC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745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DDFB95-A2E8-10E2-953E-447F1386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200"/>
              <a:t>4. Business Case – Warum lohnt es sich zu investieren?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78CF8F-6D90-66B5-0787-B38D649B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8</a:t>
            </a:fld>
            <a:endParaRPr lang="en-US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56C0DA8-625F-E8EF-2485-DF98024A25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0992" y="2263500"/>
            <a:ext cx="10912158" cy="306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Mehr Effizienz: Nutzer finden AAS-Daten schneller und arbeiten produktiver.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Bessere Qualität: Erweiterte API, sauberere Struktur und stabilere Performance.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Zukunftssicherheit: Modulares, wartbares System für Industrie-4.0-Anforderungen.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Hoher Geschäftsnutzen: Spart langfristig Zeit, reduziert Fehler, erleichtert Integration.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Geringes Risiko: Klare Planung, realistische Kosten, solide technische Basis.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F03C702-18B3-9418-0A1E-5587B14D4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EB6E839-77F7-1073-7758-8C9681B7F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20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4D1111-1E34-4D5E-9E5D-2FAFCB4E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7010061" cy="1097280"/>
          </a:xfrm>
        </p:spPr>
        <p:txBody>
          <a:bodyPr>
            <a:normAutofit/>
          </a:bodyPr>
          <a:lstStyle/>
          <a:p>
            <a:r>
              <a:rPr lang="de-DE"/>
              <a:t>5. CRS – </a:t>
            </a:r>
            <a:r>
              <a:rPr lang="de-DE" err="1"/>
              <a:t>Scope</a:t>
            </a:r>
            <a:r>
              <a:rPr lang="de-DE"/>
              <a:t> &amp; Projektziel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8F5A0D-C236-9A48-D328-34ADA4AA4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348893"/>
            <a:ext cx="11368306" cy="3949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dirty="0" err="1"/>
              <a:t>Scope</a:t>
            </a:r>
            <a:r>
              <a:rPr lang="de-DE" sz="2400" b="1" dirty="0"/>
              <a:t>						</a:t>
            </a:r>
            <a:endParaRPr lang="de-DE" sz="2400" dirty="0"/>
          </a:p>
          <a:p>
            <a:r>
              <a:rPr lang="de-DE" sz="2400" dirty="0" err="1"/>
              <a:t>BaSyx</a:t>
            </a:r>
            <a:r>
              <a:rPr lang="de-DE" sz="2400" dirty="0"/>
              <a:t> Web-UI verbessern </a:t>
            </a:r>
          </a:p>
          <a:p>
            <a:r>
              <a:rPr lang="de-DE" sz="2400" dirty="0"/>
              <a:t>Einbezug ausgewählter GitHub-</a:t>
            </a:r>
            <a:r>
              <a:rPr lang="de-DE" sz="2400" dirty="0" err="1"/>
              <a:t>Issues</a:t>
            </a:r>
            <a:endParaRPr lang="de-DE" sz="2400" dirty="0"/>
          </a:p>
          <a:p>
            <a:pPr marL="0" indent="0">
              <a:buNone/>
            </a:pPr>
            <a:r>
              <a:rPr lang="de-DE" sz="2400" b="1" dirty="0"/>
              <a:t>Projektziel </a:t>
            </a:r>
          </a:p>
          <a:p>
            <a:r>
              <a:rPr lang="de-DE" sz="2400" dirty="0"/>
              <a:t>Verbesserung der Usability des </a:t>
            </a:r>
            <a:r>
              <a:rPr lang="de-DE" sz="2400" dirty="0" err="1"/>
              <a:t>BaSyx</a:t>
            </a:r>
            <a:r>
              <a:rPr lang="de-DE" sz="2400" dirty="0"/>
              <a:t> AAS Web UI.</a:t>
            </a:r>
          </a:p>
          <a:p>
            <a:r>
              <a:rPr lang="de-DE" sz="2400" dirty="0"/>
              <a:t>Umsetzung spezifischer Kundenanforderungen</a:t>
            </a:r>
          </a:p>
          <a:p>
            <a:r>
              <a:rPr lang="de-DE" sz="2400" dirty="0"/>
              <a:t>Fokus auf: Suchfunktion, Sortierung, API-Ausbau, digitale </a:t>
            </a:r>
            <a:r>
              <a:rPr lang="de-DE" sz="2400" dirty="0" err="1"/>
              <a:t>Nameplate</a:t>
            </a:r>
            <a:endParaRPr lang="de-DE" sz="2800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B4EE8FD-2FC3-4421-5D64-DCED3D231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65398F4-F7FB-B18B-261D-7D9F9DC70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9</a:t>
            </a:fld>
            <a:endParaRPr lang="en-US" sz="1600"/>
          </a:p>
        </p:txBody>
      </p:sp>
      <p:pic>
        <p:nvPicPr>
          <p:cNvPr id="12" name="Grafik 11" descr="Volltreffer mit einfarbiger Füllung">
            <a:extLst>
              <a:ext uri="{FF2B5EF4-FFF2-40B4-BE49-F238E27FC236}">
                <a16:creationId xmlns:a16="http://schemas.microsoft.com/office/drawing/2014/main" id="{186BF251-B848-89BC-612E-A27E9B9BD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8910" y="2931416"/>
            <a:ext cx="1762698" cy="176269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CFF9A81-01F7-107A-BFC4-4B0FEC131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615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9CBA4C-B67F-27A4-DCDF-4D25A5CE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5. CRS – Use Cases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82971C-8AE7-E9F1-D15A-2C73915B1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349114"/>
            <a:ext cx="4143793" cy="3730751"/>
          </a:xfrm>
        </p:spPr>
        <p:txBody>
          <a:bodyPr/>
          <a:lstStyle/>
          <a:p>
            <a:r>
              <a:rPr lang="de-DE" sz="2400"/>
              <a:t>UC01: AAS-Daten finden &amp; anzeigen</a:t>
            </a:r>
          </a:p>
          <a:p>
            <a:r>
              <a:rPr lang="de-DE" sz="2400"/>
              <a:t>UC02: AAS-Daten als JSON über API abrufen</a:t>
            </a:r>
          </a:p>
          <a:p>
            <a:r>
              <a:rPr lang="de-DE" sz="2400"/>
              <a:t>UC03: Digitale </a:t>
            </a:r>
            <a:r>
              <a:rPr lang="de-DE" sz="2400" err="1"/>
              <a:t>Nameplate</a:t>
            </a:r>
            <a:r>
              <a:rPr lang="de-DE" sz="2400"/>
              <a:t> generieren</a:t>
            </a:r>
          </a:p>
          <a:p>
            <a:pPr marL="0" indent="0">
              <a:buNone/>
            </a:pP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554112-7809-5611-9C1F-B10E3046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400" smtClean="0"/>
              <a:t>10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779349F-21BC-8B9C-C845-4C54677B1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8" name="Grafik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3187D6-A69F-A69E-314D-7847B6EB0F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18" t="-943" r="42010" b="1179"/>
          <a:stretch>
            <a:fillRect/>
          </a:stretch>
        </p:blipFill>
        <p:spPr>
          <a:xfrm>
            <a:off x="5410199" y="1597075"/>
            <a:ext cx="3805879" cy="4472219"/>
          </a:xfrm>
          <a:prstGeom prst="rect">
            <a:avLst/>
          </a:prstGeom>
        </p:spPr>
      </p:pic>
      <p:pic>
        <p:nvPicPr>
          <p:cNvPr id="9" name="Grafik 8" descr="A screenshot of a phone&#10;&#10;AI-generated content may be incorrect.">
            <a:extLst>
              <a:ext uri="{FF2B5EF4-FFF2-40B4-BE49-F238E27FC236}">
                <a16:creationId xmlns:a16="http://schemas.microsoft.com/office/drawing/2014/main" id="{6FAB9D62-CA35-B018-284B-FCEEA2D81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860" y="1637446"/>
            <a:ext cx="1685891" cy="440204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52B3F6D-5D3A-0D5C-D405-DA57273F93FB}"/>
              </a:ext>
            </a:extLst>
          </p:cNvPr>
          <p:cNvSpPr txBox="1"/>
          <p:nvPr/>
        </p:nvSpPr>
        <p:spPr>
          <a:xfrm>
            <a:off x="5486401" y="6136700"/>
            <a:ext cx="5529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/>
              <a:t>Abbildungen 5 &amp; 6 : Mockups Filterfunktion(Eigenfertigung, 2025)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F6BC2FB-3655-2223-9A92-41DA825E07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500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2B3D4-D739-3BB8-74B8-2DB2E51B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5. CRS – Anforderungen (Funktional)</a:t>
            </a:r>
            <a:br>
              <a:rPr lang="de-DE"/>
            </a:b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37D9A1-AB0C-8DF2-5B66-CFE390916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70323"/>
            <a:ext cx="10890928" cy="402930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de-DE" err="1"/>
              <a:t>Must</a:t>
            </a:r>
            <a:r>
              <a:rPr lang="de-DE"/>
              <a:t> (1) – Kernaufgaben des Projekts</a:t>
            </a:r>
          </a:p>
          <a:p>
            <a:r>
              <a:rPr lang="de-DE"/>
              <a:t>FR01: Bestehende Funktionen erhalten</a:t>
            </a:r>
          </a:p>
          <a:p>
            <a:r>
              <a:rPr lang="de-DE"/>
              <a:t>FR02: Sortieren (</a:t>
            </a:r>
            <a:r>
              <a:rPr lang="de-DE" err="1"/>
              <a:t>ManufacturerName</a:t>
            </a:r>
            <a:r>
              <a:rPr lang="de-DE"/>
              <a:t>, </a:t>
            </a:r>
            <a:r>
              <a:rPr lang="de-DE" err="1"/>
              <a:t>ProductDesignation</a:t>
            </a:r>
            <a:r>
              <a:rPr lang="de-DE"/>
              <a:t>, </a:t>
            </a:r>
            <a:r>
              <a:rPr lang="de-DE" err="1"/>
              <a:t>createdAt</a:t>
            </a:r>
            <a:r>
              <a:rPr lang="de-DE"/>
              <a:t>, …)</a:t>
            </a:r>
          </a:p>
          <a:p>
            <a:r>
              <a:rPr lang="de-DE"/>
              <a:t>FR03: Rekursive Suche</a:t>
            </a:r>
          </a:p>
          <a:p>
            <a:r>
              <a:rPr lang="de-DE"/>
              <a:t>FR04: </a:t>
            </a:r>
            <a:r>
              <a:rPr lang="de-DE" err="1"/>
              <a:t>Nameplate</a:t>
            </a:r>
            <a:r>
              <a:rPr lang="de-DE"/>
              <a:t>-Generator integrieren</a:t>
            </a:r>
          </a:p>
          <a:p>
            <a:pPr marL="0" indent="0">
              <a:buNone/>
            </a:pPr>
            <a:r>
              <a:rPr lang="de-DE" err="1"/>
              <a:t>Should</a:t>
            </a:r>
            <a:r>
              <a:rPr lang="de-DE"/>
              <a:t> (2) – Abseits unserer Kernaufgaben</a:t>
            </a:r>
          </a:p>
          <a:p>
            <a:r>
              <a:rPr lang="de-DE"/>
              <a:t>FR05: /</a:t>
            </a:r>
            <a:r>
              <a:rPr lang="de-DE" err="1"/>
              <a:t>shells</a:t>
            </a:r>
            <a:r>
              <a:rPr lang="de-DE"/>
              <a:t> liefert vollständige AAS-Infos (JSON)</a:t>
            </a:r>
          </a:p>
          <a:p>
            <a:pPr marL="0" indent="0">
              <a:buNone/>
            </a:pPr>
            <a:r>
              <a:rPr lang="de-DE" err="1"/>
              <a:t>Could</a:t>
            </a:r>
            <a:r>
              <a:rPr lang="de-DE"/>
              <a:t> (3) – </a:t>
            </a:r>
            <a:r>
              <a:rPr lang="de-DE" err="1"/>
              <a:t>Git</a:t>
            </a:r>
            <a:r>
              <a:rPr lang="de-DE"/>
              <a:t> </a:t>
            </a:r>
            <a:r>
              <a:rPr lang="de-DE" err="1"/>
              <a:t>Issues</a:t>
            </a:r>
            <a:endParaRPr lang="de-DE"/>
          </a:p>
          <a:p>
            <a:r>
              <a:rPr lang="de-DE"/>
              <a:t>FR06: Klarere Boolean-Labels</a:t>
            </a:r>
          </a:p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91BC5E-FDD3-49FB-65BF-21C9C5303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388" y="3693023"/>
            <a:ext cx="3229426" cy="23434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E5B35FB-9F25-CE34-DA3B-CA332AECB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FFB5D6-3494-9515-F123-97AE44390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4E350C5-770D-BF3D-8C8F-5FCB3B202542}"/>
              </a:ext>
            </a:extLst>
          </p:cNvPr>
          <p:cNvSpPr txBox="1"/>
          <p:nvPr/>
        </p:nvSpPr>
        <p:spPr>
          <a:xfrm>
            <a:off x="7949388" y="6003340"/>
            <a:ext cx="3494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/>
              <a:t>Abbildung 7: </a:t>
            </a:r>
            <a:r>
              <a:rPr lang="de-DE" sz="1600" i="1" err="1"/>
              <a:t>Prioriseirung</a:t>
            </a:r>
            <a:r>
              <a:rPr lang="de-DE" sz="1600" i="1"/>
              <a:t> (Eigenfertigung, 2025)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EAD38F2-44F9-AAB2-1A27-9077F6527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129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D8F360-0FFA-6B28-E1C3-2A293297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5. CRS – Anforderungen (Nicht-Funktional)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194E6C-9CD6-C645-AC39-09A5011B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400" smtClean="0"/>
              <a:t>12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D5F9E95-7B47-40BB-4557-4DADD045B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03161EB-3920-99FE-C737-3899E903EF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2187158"/>
            <a:ext cx="9791463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User-</a:t>
            </a:r>
            <a:r>
              <a:rPr kumimoji="0" lang="de-DE" altLang="de-DE" sz="24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Friendliness</a:t>
            </a:r>
            <a:r>
              <a:rPr kumimoji="0" lang="de-DE" altLang="de-DE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Bedienbar in 10–20 Minuten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Performance: UI und API max. 0,2 s langsamer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sz="24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Stability</a:t>
            </a:r>
            <a:r>
              <a:rPr kumimoji="0" lang="de-DE" altLang="de-DE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Keine Abstürze, robust gegenüber hoher Eingabe­frequenz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sz="24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Maintainability</a:t>
            </a:r>
            <a:r>
              <a:rPr kumimoji="0" lang="de-DE" altLang="de-DE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Neue Entwickler verstehen Änderungen in &lt;1 Stunde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de-DE" altLang="de-DE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License: Open-Source-Lizenz bleibt unverändert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0CE914-7000-9E71-497E-21426EEB2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356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C19E277-3781-5BEA-0FBC-17A89F7E9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6707777" cy="109728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de-DE" sz="3100"/>
              <a:t>6. SRS – Überblick &amp; Produktfunktionen</a:t>
            </a:r>
            <a:br>
              <a:rPr lang="de-DE" sz="2500"/>
            </a:br>
            <a:endParaRPr lang="de-DE" sz="250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173F7B10-29C4-5AAD-1595-328FEEE7B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81340"/>
            <a:ext cx="6783978" cy="4118876"/>
          </a:xfrm>
        </p:spPr>
        <p:txBody>
          <a:bodyPr>
            <a:normAutofit/>
          </a:bodyPr>
          <a:lstStyle/>
          <a:p>
            <a:r>
              <a:rPr lang="de-DE" sz="2400"/>
              <a:t>Search Enhancements (rekursiv, tiefe konfigurierbar)</a:t>
            </a:r>
          </a:p>
          <a:p>
            <a:r>
              <a:rPr lang="de-DE" sz="2400" err="1"/>
              <a:t>Sorting</a:t>
            </a:r>
            <a:r>
              <a:rPr lang="de-DE" sz="2400"/>
              <a:t> nach Schlüsselattributen</a:t>
            </a:r>
          </a:p>
          <a:p>
            <a:r>
              <a:rPr lang="de-DE" sz="2400"/>
              <a:t>API </a:t>
            </a:r>
            <a:r>
              <a:rPr lang="de-DE" sz="2400" err="1"/>
              <a:t>Extensions</a:t>
            </a:r>
            <a:r>
              <a:rPr lang="de-DE" sz="2400"/>
              <a:t>: vollständiges JSON über /</a:t>
            </a:r>
            <a:r>
              <a:rPr lang="de-DE" sz="2400" err="1"/>
              <a:t>shells</a:t>
            </a:r>
            <a:endParaRPr lang="de-DE" sz="2400"/>
          </a:p>
          <a:p>
            <a:r>
              <a:rPr lang="de-DE" sz="2400" err="1"/>
              <a:t>Nameplate</a:t>
            </a:r>
            <a:r>
              <a:rPr lang="de-DE" sz="2400"/>
              <a:t> Integration im Plugin „Digital </a:t>
            </a:r>
            <a:r>
              <a:rPr lang="de-DE" sz="2400" err="1"/>
              <a:t>Nameplate</a:t>
            </a:r>
            <a:r>
              <a:rPr lang="de-DE" sz="2400"/>
              <a:t>“</a:t>
            </a:r>
          </a:p>
          <a:p>
            <a:r>
              <a:rPr lang="de-DE" sz="2400"/>
              <a:t>UI-Verbesserungen: Boolean-</a:t>
            </a:r>
            <a:r>
              <a:rPr lang="de-DE" sz="2400" err="1"/>
              <a:t>Labeling</a:t>
            </a:r>
            <a:endParaRPr lang="de-DE" sz="2400"/>
          </a:p>
          <a:p>
            <a:endParaRPr lang="de-DE"/>
          </a:p>
        </p:txBody>
      </p:sp>
      <p:pic>
        <p:nvPicPr>
          <p:cNvPr id="23" name="Graphic 22" descr="Recherche">
            <a:extLst>
              <a:ext uri="{FF2B5EF4-FFF2-40B4-BE49-F238E27FC236}">
                <a16:creationId xmlns:a16="http://schemas.microsoft.com/office/drawing/2014/main" id="{24CBF3AD-A4B6-BC28-B763-4F7B8980F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4AEC854-7DC7-819D-ACA5-55D8E3B8F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B77870-42D7-1ED3-F0BE-1406B95B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400" smtClean="0"/>
              <a:t>13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A50E771-37AA-A9D3-4B4C-DCC3FD39F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472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24BAEF-7079-387D-9CD7-3E9CC03D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6. SRS - Produktperspektive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D1C7A0-99C2-3966-05B0-D46185A4D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/>
              <a:t>Erweiterung der bestehenden </a:t>
            </a:r>
            <a:r>
              <a:rPr lang="de-DE" sz="2400" dirty="0" err="1"/>
              <a:t>BaSyx</a:t>
            </a:r>
            <a:r>
              <a:rPr lang="de-DE" sz="2400" dirty="0"/>
              <a:t> AAS Web UI über die Plugin-Schnittstelle</a:t>
            </a:r>
          </a:p>
          <a:p>
            <a:r>
              <a:rPr lang="de-DE" sz="2400" dirty="0"/>
              <a:t>Nahtlose Integration in das bestehende Frontend</a:t>
            </a:r>
          </a:p>
          <a:p>
            <a:r>
              <a:rPr lang="de-DE" sz="2400" dirty="0"/>
              <a:t>Nutzung der vorhandenen REST/JSON-API des </a:t>
            </a:r>
            <a:r>
              <a:rPr lang="de-DE" sz="2400" dirty="0" err="1"/>
              <a:t>BaSyx</a:t>
            </a:r>
            <a:r>
              <a:rPr lang="de-DE" sz="2400" dirty="0"/>
              <a:t> </a:t>
            </a:r>
            <a:r>
              <a:rPr lang="de-DE" sz="2400" dirty="0" err="1"/>
              <a:t>Backends</a:t>
            </a:r>
            <a:endParaRPr lang="de-DE" sz="2400" dirty="0"/>
          </a:p>
          <a:p>
            <a:r>
              <a:rPr lang="de-DE" sz="2400" dirty="0"/>
              <a:t>Fokus auf verbesserte Suche, Sortierung und </a:t>
            </a:r>
            <a:r>
              <a:rPr lang="de-DE" sz="2400" dirty="0" err="1"/>
              <a:t>Nameplate</a:t>
            </a:r>
            <a:r>
              <a:rPr lang="de-DE" sz="2400" dirty="0"/>
              <a:t>-Funktionalität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FAC54F-3902-BC68-B8AA-882FFD84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400" smtClean="0"/>
              <a:t>14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F9A9AC8-DE23-F9F9-4060-C65EC260E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5244157-74B8-DB9B-C0B0-A8DFC0CA4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536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93EB2-C0E4-0EDB-BDE8-8AC0ED40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6. SRS – Umgebung der Entwicklung</a:t>
            </a:r>
          </a:p>
        </p:txBody>
      </p:sp>
      <p:graphicFrame>
        <p:nvGraphicFramePr>
          <p:cNvPr id="13" name="Inhaltsplatzhalter 2">
            <a:extLst>
              <a:ext uri="{FF2B5EF4-FFF2-40B4-BE49-F238E27FC236}">
                <a16:creationId xmlns:a16="http://schemas.microsoft.com/office/drawing/2014/main" id="{0F5DACE3-2231-B7A4-34D3-013EEB84A3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141365"/>
              </p:ext>
            </p:extLst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BF98A2C8-CCA5-32DA-D6F4-722F7D3096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D56A75-F114-C648-4DC7-FB7B1A56B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400" smtClean="0"/>
              <a:t>15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C4D56D9-2BF8-45AE-BAB9-CC8CCC6626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591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C3BE01-972F-4843-D8EA-D0ACC585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263940"/>
            <a:ext cx="10360152" cy="11399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700"/>
              <a:t>6. Warum haben wir uns für diese Umgebung entschieden?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1D83B9-72E6-DFAA-23A8-FF00363E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z="1400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B0C6F410-2F25-2527-401D-170771D0C9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170474"/>
              </p:ext>
            </p:extLst>
          </p:nvPr>
        </p:nvGraphicFramePr>
        <p:xfrm>
          <a:off x="991585" y="2352879"/>
          <a:ext cx="10208830" cy="420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Grafik 7">
            <a:extLst>
              <a:ext uri="{FF2B5EF4-FFF2-40B4-BE49-F238E27FC236}">
                <a16:creationId xmlns:a16="http://schemas.microsoft.com/office/drawing/2014/main" id="{B2F68828-4554-99D9-C481-407FDFCA1F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E01F199-7D56-1085-F066-3C72FA7441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833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30791C-5F32-6C61-9B29-5884544E2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de-DE"/>
              <a:t>7. SAS – Ziel &amp; Umfang des Systems </a:t>
            </a:r>
          </a:p>
        </p:txBody>
      </p:sp>
      <p:cxnSp>
        <p:nvCxnSpPr>
          <p:cNvPr id="17" name="Straight Connector 13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DFC09E4A-61A0-F5F9-8076-79BADCB33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28" y="2402602"/>
            <a:ext cx="7300272" cy="3949604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E74A5C-E53A-59D2-00F9-4B82A5FF6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0886" y="2343150"/>
            <a:ext cx="3900122" cy="3954769"/>
          </a:xfrm>
        </p:spPr>
        <p:txBody>
          <a:bodyPr anchor="t">
            <a:normAutofit/>
          </a:bodyPr>
          <a:lstStyle/>
          <a:p>
            <a:r>
              <a:rPr lang="de-DE" b="1"/>
              <a:t>Erweiterung der </a:t>
            </a:r>
            <a:r>
              <a:rPr lang="de-DE" b="1" err="1"/>
              <a:t>BaSyx</a:t>
            </a:r>
            <a:r>
              <a:rPr lang="de-DE" b="1"/>
              <a:t> Web UI durch neue Vue.js-Komponenten </a:t>
            </a:r>
          </a:p>
          <a:p>
            <a:r>
              <a:rPr lang="de-DE" b="1"/>
              <a:t>Keine Änderungen am </a:t>
            </a:r>
            <a:r>
              <a:rPr lang="de-DE" b="1" err="1"/>
              <a:t>BaSyx</a:t>
            </a:r>
            <a:r>
              <a:rPr lang="de-DE" b="1"/>
              <a:t>-Kern oder Backend</a:t>
            </a:r>
          </a:p>
          <a:p>
            <a:r>
              <a:rPr lang="de-DE" b="1"/>
              <a:t>Fokus auf Visualisierung, Suchfunktionen und Bedienbarkeit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B29816-759F-C039-A09A-8485EFDF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z="1400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099AE32-3BAE-FAC3-D7BB-CE9D38F8EE32}"/>
              </a:ext>
            </a:extLst>
          </p:cNvPr>
          <p:cNvSpPr txBox="1"/>
          <p:nvPr/>
        </p:nvSpPr>
        <p:spPr>
          <a:xfrm>
            <a:off x="161307" y="6352206"/>
            <a:ext cx="7615958" cy="344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/>
              <a:t>Abbildung 8: Komponentendiagramm / Architekturüberblick (Eigenfertigung, 2025)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C2B19C0-28A7-6871-A1DE-5E13DD1F3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D26D2EB-6B47-750B-EEC3-6316A41F8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106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05FEF-3E2C-2838-22A7-D4CA4753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83151D-640B-ABC2-5CFC-FACC8BC8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6392091" cy="109728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de-DE" sz="3600"/>
              <a:t>7. SAS – Architekturelle Leitziele</a:t>
            </a:r>
            <a:br>
              <a:rPr lang="de-DE" sz="2800"/>
            </a:br>
            <a:endParaRPr lang="de-DE" sz="28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F2DA94-8492-7178-A79F-232BE2652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88029"/>
            <a:ext cx="4465320" cy="4112187"/>
          </a:xfrm>
        </p:spPr>
        <p:txBody>
          <a:bodyPr>
            <a:normAutofit/>
          </a:bodyPr>
          <a:lstStyle/>
          <a:p>
            <a:r>
              <a:rPr lang="de-DE" sz="2400"/>
              <a:t>Performance: </a:t>
            </a:r>
            <a:r>
              <a:rPr lang="de-DE" sz="2400" err="1"/>
              <a:t>Lazy</a:t>
            </a:r>
            <a:r>
              <a:rPr lang="de-DE" sz="2400"/>
              <a:t> </a:t>
            </a:r>
            <a:r>
              <a:rPr lang="de-DE" sz="2400" err="1"/>
              <a:t>Loading</a:t>
            </a:r>
            <a:r>
              <a:rPr lang="de-DE" sz="2400"/>
              <a:t>, UI bleibt responsiv</a:t>
            </a:r>
          </a:p>
          <a:p>
            <a:r>
              <a:rPr lang="de-DE" sz="2400"/>
              <a:t>Modularität: Alle Erweiterungen als unabhängige Komponenten</a:t>
            </a:r>
          </a:p>
          <a:p>
            <a:r>
              <a:rPr lang="de-DE" sz="2400"/>
              <a:t>Usability: Rekursive Suche, erweiterte Filter- und Sortierlogik</a:t>
            </a:r>
          </a:p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03EDAF-360C-85DF-9053-8CDBA963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029175"/>
            <a:ext cx="6677625" cy="362261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C0752-B691-8A57-5186-A1B2C44D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z="1400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E84DE91-26D8-2463-B2F6-1EBE7FD00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0BE2615-7CE6-BAF4-5DD5-2A17ACE71937}"/>
              </a:ext>
            </a:extLst>
          </p:cNvPr>
          <p:cNvSpPr txBox="1"/>
          <p:nvPr/>
        </p:nvSpPr>
        <p:spPr>
          <a:xfrm>
            <a:off x="5444870" y="5637446"/>
            <a:ext cx="6951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/>
              <a:t>Abbildung 9: </a:t>
            </a:r>
            <a:r>
              <a:rPr lang="de-DE" sz="1600" err="1"/>
              <a:t>TimeSeriesViewer</a:t>
            </a:r>
            <a:r>
              <a:rPr lang="de-DE" sz="1600"/>
              <a:t> </a:t>
            </a:r>
            <a:r>
              <a:rPr lang="de-DE" sz="1600" err="1"/>
              <a:t>Component</a:t>
            </a:r>
            <a:r>
              <a:rPr lang="de-DE" sz="1600"/>
              <a:t> </a:t>
            </a:r>
            <a:r>
              <a:rPr lang="de-DE" sz="1600" i="1"/>
              <a:t>(Eigenfertigung, 2025)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5DC856-AF4C-E1D2-4B0F-3F3586FAB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810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DCEBA-C6A1-89D1-0D3B-66B40B93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7. SAS - Zentrale Designentscheidungen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365D0D-3DE0-80E6-24FA-05FC9ECC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400" smtClean="0"/>
              <a:t>19</a:t>
            </a:fld>
            <a:endParaRPr lang="en-US" sz="1400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E483E003-E909-C9C0-0665-BB6C5E3D5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945921"/>
              </p:ext>
            </p:extLst>
          </p:nvPr>
        </p:nvGraphicFramePr>
        <p:xfrm>
          <a:off x="640079" y="2468881"/>
          <a:ext cx="10496007" cy="3115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fik 6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FAAB683B-71ED-C27E-EE6E-DB81702A94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7E436A1-AA3F-562B-B157-B12F2BE566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489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16D52-DB90-9B59-3518-D1A3439C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8.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29A14-314E-3046-5B0D-74DF4CBC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z="1400" smtClean="0"/>
              <a:pPr>
                <a:spcAft>
                  <a:spcPts val="600"/>
                </a:spcAft>
              </a:pPr>
              <a:t>20</a:t>
            </a:fld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BC8DA231-A221-6002-E28E-47260F0F0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  <p:pic>
        <p:nvPicPr>
          <p:cNvPr id="10" name="Grafik 9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A54A9111-CCC3-7B38-D3E6-D99962ED0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208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EA1F4-450E-B680-E9D5-714E78562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792AF9-D54D-4EB7-12B1-0430384F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9. Ausblick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5DF95-8477-D909-89EB-17CF20E5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z="1400" smtClean="0"/>
              <a:t>21</a:t>
            </a:fld>
            <a:endParaRPr lang="en-US"/>
          </a:p>
        </p:txBody>
      </p:sp>
      <p:pic>
        <p:nvPicPr>
          <p:cNvPr id="6" name="Grafik 5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3DAD23EE-5655-CE32-65FC-8F9FC6546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F3B61EE-BB43-E56F-553A-A9CB53889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09432253-F78E-433A-F347-7C9577A6CF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778988"/>
              </p:ext>
            </p:extLst>
          </p:nvPr>
        </p:nvGraphicFramePr>
        <p:xfrm>
          <a:off x="640078" y="2145623"/>
          <a:ext cx="11029951" cy="4118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3493168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CECD6-B1F1-6C75-6EA8-A34E270F6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sz="4800" dirty="0"/>
              <a:t>ENDE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38FA-A3F1-4207-01C1-BC916A8EF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600" dirty="0"/>
              <a:t>Danke für </a:t>
            </a:r>
            <a:r>
              <a:rPr lang="en-US" sz="3600" dirty="0" err="1"/>
              <a:t>eure</a:t>
            </a:r>
            <a:r>
              <a:rPr lang="en-US" sz="3600" dirty="0"/>
              <a:t> </a:t>
            </a:r>
            <a:r>
              <a:rPr lang="en-US" sz="3600" dirty="0" err="1"/>
              <a:t>Aufmerksamkeit</a:t>
            </a:r>
            <a:r>
              <a:rPr lang="en-US" sz="3600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4D9C6-E5C6-22D4-63EC-F974273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z="1400" smtClean="0"/>
              <a:pPr>
                <a:spcAft>
                  <a:spcPts val="600"/>
                </a:spcAft>
              </a:pPr>
              <a:t>22</a:t>
            </a:fld>
            <a:endParaRPr lang="en-US" sz="1400" dirty="0"/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AA1DE618-A1A1-CF8F-1BA4-28C7266A2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198" y="0"/>
            <a:ext cx="2130820" cy="97729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4865317-9623-4FCB-4B70-02451D7E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2" y="158501"/>
            <a:ext cx="3671207" cy="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7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b52eea-f55b-4ab5-be2c-7b460de428c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3D75EDB9F424A488EF6B8416453BCED" ma:contentTypeVersion="5" ma:contentTypeDescription="Ein neues Dokument erstellen." ma:contentTypeScope="" ma:versionID="72f7a0b7afbc8fa5cc6de8a77c72925b">
  <xsd:schema xmlns:xsd="http://www.w3.org/2001/XMLSchema" xmlns:xs="http://www.w3.org/2001/XMLSchema" xmlns:p="http://schemas.microsoft.com/office/2006/metadata/properties" xmlns:ns3="c1b52eea-f55b-4ab5-be2c-7b460de428c7" targetNamespace="http://schemas.microsoft.com/office/2006/metadata/properties" ma:root="true" ma:fieldsID="9e79dd5e0a263421d8ba1a1b2b50aac1" ns3:_="">
    <xsd:import namespace="c1b52eea-f55b-4ab5-be2c-7b460de428c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b52eea-f55b-4ab5-be2c-7b460de428c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CC845D-C663-49BF-B6EA-808462A3DB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AC7C0D-C993-410B-B12C-D116EF9DB0DD}">
  <ds:schemaRefs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c1b52eea-f55b-4ab5-be2c-7b460de428c7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A376F26-4AB2-45D5-BDB3-05BFE2A8D81F}">
  <ds:schemaRefs>
    <ds:schemaRef ds:uri="c1b52eea-f55b-4ab5-be2c-7b460de428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Breitbild</PresentationFormat>
  <Paragraphs>150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Aptos</vt:lpstr>
      <vt:lpstr>Arial</vt:lpstr>
      <vt:lpstr>Grandview Display</vt:lpstr>
      <vt:lpstr>DashVTI</vt:lpstr>
      <vt:lpstr>BaSyx Viewer Plugin Extension - DHBW Stuttgart – Team 2   </vt:lpstr>
      <vt:lpstr>Agenda</vt:lpstr>
      <vt:lpstr>1. Vorstellung - Team &amp; Rollen </vt:lpstr>
      <vt:lpstr>1. Vorstellung - Team &amp; Rollen </vt:lpstr>
      <vt:lpstr>2. Ausgangssituation</vt:lpstr>
      <vt:lpstr>3. Work Breakdown Structure</vt:lpstr>
      <vt:lpstr>3. Gantt-Diagramm    </vt:lpstr>
      <vt:lpstr>4. Business Case – Warum lohnt es sich zu investieren?</vt:lpstr>
      <vt:lpstr>5. CRS – Scope &amp; Projektziel</vt:lpstr>
      <vt:lpstr>5. CRS – Use Cases</vt:lpstr>
      <vt:lpstr>5. CRS – Anforderungen (Funktional) </vt:lpstr>
      <vt:lpstr>5. CRS – Anforderungen (Nicht-Funktional)</vt:lpstr>
      <vt:lpstr>6. SRS – Überblick &amp; Produktfunktionen </vt:lpstr>
      <vt:lpstr>6. SRS - Produktperspektive</vt:lpstr>
      <vt:lpstr>6. SRS – Umgebung der Entwicklung</vt:lpstr>
      <vt:lpstr>6. Warum haben wir uns für diese Umgebung entschieden? </vt:lpstr>
      <vt:lpstr>7. SAS – Ziel &amp; Umfang des Systems </vt:lpstr>
      <vt:lpstr>7. SAS – Architekturelle Leitziele </vt:lpstr>
      <vt:lpstr>7. SAS - Zentrale Designentscheidungen</vt:lpstr>
      <vt:lpstr>8. Demo</vt:lpstr>
      <vt:lpstr>9. Ausblick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Frey Matti (inf24240)</dc:creator>
  <cp:lastModifiedBy>Frey Matti (inf24240)</cp:lastModifiedBy>
  <cp:revision>3</cp:revision>
  <dcterms:created xsi:type="dcterms:W3CDTF">2025-11-09T10:42:50Z</dcterms:created>
  <dcterms:modified xsi:type="dcterms:W3CDTF">2025-11-20T14:25:44Z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0x01010073D75EDB9F424A488EF6B8416453BCED</vt:lpwstr>
  </property>
</Properties>
</file>